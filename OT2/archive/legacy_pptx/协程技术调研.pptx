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application/octet-stream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d5375aab7542ed" /><Relationship Type="http://schemas.openxmlformats.org/officeDocument/2006/relationships/extended-properties" Target="/docProps/app.xml" Id="Rce33acaf4d5c43e8" /><Relationship Type="http://schemas.openxmlformats.org/officeDocument/2006/relationships/officeDocument" Target="/ppt/presentation.xml" Id="Rc330190687c74d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3ce0f5f7224cb7"/>
  </p:sldMasterIdLst>
  <p:notesMasterIdLst>
    <p:notesMasterId xmlns:r="http://schemas.openxmlformats.org/officeDocument/2006/relationships" r:id="R361d8affdf2d4cc7"/>
  </p:notesMasterIdLst>
  <p:sldIdLst>
    <p:sldId xmlns:r="http://schemas.openxmlformats.org/officeDocument/2006/relationships" id="256" r:id="Rd3669e165a0546e3"/>
    <p:sldId xmlns:r="http://schemas.openxmlformats.org/officeDocument/2006/relationships" id="257" r:id="Raa81f0f4d2664fb5"/>
    <p:sldId xmlns:r="http://schemas.openxmlformats.org/officeDocument/2006/relationships" id="258" r:id="R6d8be1ae42fb4abb"/>
    <p:sldId xmlns:r="http://schemas.openxmlformats.org/officeDocument/2006/relationships" id="259" r:id="R37e6e7697b42442a"/>
    <p:sldId xmlns:r="http://schemas.openxmlformats.org/officeDocument/2006/relationships" id="260" r:id="R409e596519ca4ce3"/>
    <p:sldId xmlns:r="http://schemas.openxmlformats.org/officeDocument/2006/relationships" id="261" r:id="R9bec1356932540b9"/>
    <p:sldId xmlns:r="http://schemas.openxmlformats.org/officeDocument/2006/relationships" id="262" r:id="R8c303f84bc0e49bb"/>
    <p:sldId xmlns:r="http://schemas.openxmlformats.org/officeDocument/2006/relationships" id="263" r:id="R2e8b4f80e0424ad1"/>
    <p:sldId xmlns:r="http://schemas.openxmlformats.org/officeDocument/2006/relationships" id="264" r:id="R15f752f0d6e84ee1"/>
    <p:sldId xmlns:r="http://schemas.openxmlformats.org/officeDocument/2006/relationships" id="265" r:id="R9f1aab1f87fd4aca"/>
    <p:sldId xmlns:r="http://schemas.openxmlformats.org/officeDocument/2006/relationships" id="266" r:id="R7f716e89e73143e2"/>
    <p:sldId xmlns:r="http://schemas.openxmlformats.org/officeDocument/2006/relationships" id="267" r:id="R03215c576c73472c"/>
    <p:sldId xmlns:r="http://schemas.openxmlformats.org/officeDocument/2006/relationships" id="268" r:id="Rad4a773676504ca8"/>
    <p:sldId xmlns:r="http://schemas.openxmlformats.org/officeDocument/2006/relationships" id="269" r:id="R513c2408a6f44333"/>
    <p:sldId xmlns:r="http://schemas.openxmlformats.org/officeDocument/2006/relationships" id="270" r:id="Rd5b18e4101094b54"/>
    <p:sldId xmlns:r="http://schemas.openxmlformats.org/officeDocument/2006/relationships" id="271" r:id="R04614c7c9fd042e8"/>
    <p:sldId xmlns:r="http://schemas.openxmlformats.org/officeDocument/2006/relationships" id="272" r:id="R88ea6f1788b845dd"/>
    <p:sldId xmlns:r="http://schemas.openxmlformats.org/officeDocument/2006/relationships" id="273" r:id="R0f04ef3a92b9481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e1826364144ad5" /><Relationship Type="http://schemas.openxmlformats.org/officeDocument/2006/relationships/slideMaster" Target="/ppt/slideMasters/slideMaster1.xml" Id="R3e3ce0f5f7224cb7" /><Relationship Type="http://schemas.openxmlformats.org/officeDocument/2006/relationships/notesMaster" Target="/ppt/notesMasters/notesMaster1.xml" Id="R361d8affdf2d4cc7" /><Relationship Type="http://schemas.openxmlformats.org/officeDocument/2006/relationships/presProps" Target="/ppt/presProps.xml" Id="R1fa342ee89694c72" /><Relationship Type="http://schemas.openxmlformats.org/officeDocument/2006/relationships/viewProps" Target="/ppt/viewProps.xml" Id="R45ca65a02b824750" /><Relationship Type="http://schemas.openxmlformats.org/officeDocument/2006/relationships/tableStyles" Target="/ppt/tableStyles.xml" Id="R13db195761a744d6" /><Relationship Type="http://schemas.openxmlformats.org/officeDocument/2006/relationships/slide" Target="/ppt/slides/slide1.xml" Id="Rd3669e165a0546e3" /><Relationship Type="http://schemas.openxmlformats.org/officeDocument/2006/relationships/slide" Target="/ppt/slides/slide2.xml" Id="Raa81f0f4d2664fb5" /><Relationship Type="http://schemas.openxmlformats.org/officeDocument/2006/relationships/slide" Target="/ppt/slides/slide3.xml" Id="R6d8be1ae42fb4abb" /><Relationship Type="http://schemas.openxmlformats.org/officeDocument/2006/relationships/slide" Target="/ppt/slides/slide4.xml" Id="R37e6e7697b42442a" /><Relationship Type="http://schemas.openxmlformats.org/officeDocument/2006/relationships/slide" Target="/ppt/slides/slide5.xml" Id="R409e596519ca4ce3" /><Relationship Type="http://schemas.openxmlformats.org/officeDocument/2006/relationships/slide" Target="/ppt/slides/slide6.xml" Id="R9bec1356932540b9" /><Relationship Type="http://schemas.openxmlformats.org/officeDocument/2006/relationships/slide" Target="/ppt/slides/slide7.xml" Id="R8c303f84bc0e49bb" /><Relationship Type="http://schemas.openxmlformats.org/officeDocument/2006/relationships/slide" Target="/ppt/slides/slide8.xml" Id="R2e8b4f80e0424ad1" /><Relationship Type="http://schemas.openxmlformats.org/officeDocument/2006/relationships/slide" Target="/ppt/slides/slide9.xml" Id="R15f752f0d6e84ee1" /><Relationship Type="http://schemas.openxmlformats.org/officeDocument/2006/relationships/slide" Target="/ppt/slides/slide10.xml" Id="R9f1aab1f87fd4aca" /><Relationship Type="http://schemas.openxmlformats.org/officeDocument/2006/relationships/slide" Target="/ppt/slides/slide11.xml" Id="R7f716e89e73143e2" /><Relationship Type="http://schemas.openxmlformats.org/officeDocument/2006/relationships/slide" Target="/ppt/slides/slide12.xml" Id="R03215c576c73472c" /><Relationship Type="http://schemas.openxmlformats.org/officeDocument/2006/relationships/slide" Target="/ppt/slides/slide13.xml" Id="Rad4a773676504ca8" /><Relationship Type="http://schemas.openxmlformats.org/officeDocument/2006/relationships/slide" Target="/ppt/slides/slide14.xml" Id="R513c2408a6f44333" /><Relationship Type="http://schemas.openxmlformats.org/officeDocument/2006/relationships/slide" Target="/ppt/slides/slide15.xml" Id="Rd5b18e4101094b54" /><Relationship Type="http://schemas.openxmlformats.org/officeDocument/2006/relationships/slide" Target="/ppt/slides/slide16.xml" Id="R04614c7c9fd042e8" /><Relationship Type="http://schemas.openxmlformats.org/officeDocument/2006/relationships/slide" Target="/ppt/slides/slide17.xml" Id="R88ea6f1788b845dd" /><Relationship Type="http://schemas.openxmlformats.org/officeDocument/2006/relationships/slide" Target="/ppt/slides/slide18.xml" Id="R0f04ef3a92b948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b6814398064f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bb7d0d1ea844dd" /><Relationship Type="http://schemas.openxmlformats.org/officeDocument/2006/relationships/notesMaster" Target="/ppt/notesMasters/notesMaster1.xml" Id="R70a83d467ce046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b21a24bdca4384" /><Relationship Type="http://schemas.openxmlformats.org/officeDocument/2006/relationships/notesMaster" Target="/ppt/notesMasters/notesMaster1.xml" Id="R67fa43a337ea4ed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cf31a24aaa4230" /><Relationship Type="http://schemas.openxmlformats.org/officeDocument/2006/relationships/notesMaster" Target="/ppt/notesMasters/notesMaster1.xml" Id="R59deb772a50f47b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8fc0b5ec94840c2" /><Relationship Type="http://schemas.openxmlformats.org/officeDocument/2006/relationships/notesMaster" Target="/ppt/notesMasters/notesMaster1.xml" Id="Rf23c4de442fa455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9508501e2f34c2d" /><Relationship Type="http://schemas.openxmlformats.org/officeDocument/2006/relationships/notesMaster" Target="/ppt/notesMasters/notesMaster1.xml" Id="Rf058635c567540f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28936b38c1a4ccc" /><Relationship Type="http://schemas.openxmlformats.org/officeDocument/2006/relationships/notesMaster" Target="/ppt/notesMasters/notesMaster1.xml" Id="R64b767a9b64d4b4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f0ce9d65c764f4c" /><Relationship Type="http://schemas.openxmlformats.org/officeDocument/2006/relationships/notesMaster" Target="/ppt/notesMasters/notesMaster1.xml" Id="Rca8f80124b754fb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a44d5ac493f437f" /><Relationship Type="http://schemas.openxmlformats.org/officeDocument/2006/relationships/notesMaster" Target="/ppt/notesMasters/notesMaster1.xml" Id="Re93bcb1cd15e45a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068bd64a7e1460e" /><Relationship Type="http://schemas.openxmlformats.org/officeDocument/2006/relationships/notesMaster" Target="/ppt/notesMasters/notesMaster1.xml" Id="R31d27ef3180e481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b28b51a8f684952" /><Relationship Type="http://schemas.openxmlformats.org/officeDocument/2006/relationships/notesMaster" Target="/ppt/notesMasters/notesMaster1.xml" Id="R080657dd16c44de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1f3d5a7f38e4500" /><Relationship Type="http://schemas.openxmlformats.org/officeDocument/2006/relationships/notesMaster" Target="/ppt/notesMasters/notesMaster1.xml" Id="R82838e39cf8448f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5ee8e15c6a74a0f" /><Relationship Type="http://schemas.openxmlformats.org/officeDocument/2006/relationships/notesMaster" Target="/ppt/notesMasters/notesMaster1.xml" Id="R6766c64b698e4d6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1bf1ff8afe64d8b" /><Relationship Type="http://schemas.openxmlformats.org/officeDocument/2006/relationships/notesMaster" Target="/ppt/notesMasters/notesMaster1.xml" Id="Rcb6958781d214d8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7fa8f45892c4512" /><Relationship Type="http://schemas.openxmlformats.org/officeDocument/2006/relationships/notesMaster" Target="/ppt/notesMasters/notesMaster1.xml" Id="Raff02def262d4be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d585ca2089e4960" /><Relationship Type="http://schemas.openxmlformats.org/officeDocument/2006/relationships/notesMaster" Target="/ppt/notesMasters/notesMaster1.xml" Id="R9e1011562ff24e8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f701c11ad2548bb" /><Relationship Type="http://schemas.openxmlformats.org/officeDocument/2006/relationships/notesMaster" Target="/ppt/notesMasters/notesMaster1.xml" Id="Re30006bde669431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f6dd4acf640402b" /><Relationship Type="http://schemas.openxmlformats.org/officeDocument/2006/relationships/notesMaster" Target="/ppt/notesMasters/notesMaster1.xml" Id="R647fd2d2f24841e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1a31590772b4fbb" /><Relationship Type="http://schemas.openxmlformats.org/officeDocument/2006/relationships/notesMaster" Target="/ppt/notesMasters/notesMaster1.xml" Id="R05f65b1dfa2942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17ca918e974c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075b644737406d" /><Relationship Type="http://schemas.openxmlformats.org/officeDocument/2006/relationships/slideLayout" Target="/ppt/slideLayouts/slideLayout1.xml" Id="R783bc2cfeb5a4d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3bc2cfeb5a4d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5a176af4194b3c" /><Relationship Type="http://schemas.openxmlformats.org/officeDocument/2006/relationships/image" Target="/ppt/media/image.bin" Id="Rdbb73637d73d4ee9" /><Relationship Type="http://schemas.openxmlformats.org/officeDocument/2006/relationships/notesSlide" Target="/ppt/notesSlides/notesSlide1.xml" Id="Rb6530445525b40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17e6c894ca47de" /><Relationship Type="http://schemas.openxmlformats.org/officeDocument/2006/relationships/image" Target="/ppt/media/image2.bin" Id="R533f06ede6db43ce" /><Relationship Type="http://schemas.openxmlformats.org/officeDocument/2006/relationships/notesSlide" Target="/ppt/notesSlides/notesSlide2.xml" Id="R0b3f20422f6443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1c3805262e4443" /><Relationship Type="http://schemas.openxmlformats.org/officeDocument/2006/relationships/image" Target="/ppt/media/image3.bin" Id="R94db590ec3184be8" /><Relationship Type="http://schemas.openxmlformats.org/officeDocument/2006/relationships/notesSlide" Target="/ppt/notesSlides/notesSlide3.xml" Id="R7b731ea05c1440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0dc020f19f49ce" /><Relationship Type="http://schemas.openxmlformats.org/officeDocument/2006/relationships/image" Target="/ppt/media/image4.bin" Id="Rc410425d74d54758" /><Relationship Type="http://schemas.openxmlformats.org/officeDocument/2006/relationships/notesSlide" Target="/ppt/notesSlides/notesSlide4.xml" Id="R63c75a63fbae45a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d84e2a8c834be3" /><Relationship Type="http://schemas.openxmlformats.org/officeDocument/2006/relationships/image" Target="/ppt/media/image5.bin" Id="Rcd585e3988de4e13" /><Relationship Type="http://schemas.openxmlformats.org/officeDocument/2006/relationships/notesSlide" Target="/ppt/notesSlides/notesSlide5.xml" Id="Rd7a51547e03845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c2bee1bed24371" /><Relationship Type="http://schemas.openxmlformats.org/officeDocument/2006/relationships/image" Target="/ppt/media/image6.bin" Id="R8151efc11dcf4ca1" /><Relationship Type="http://schemas.openxmlformats.org/officeDocument/2006/relationships/notesSlide" Target="/ppt/notesSlides/notesSlide6.xml" Id="Rb38409b133cc41c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8570d6e80b49cb" /><Relationship Type="http://schemas.openxmlformats.org/officeDocument/2006/relationships/image" Target="/ppt/media/image7.bin" Id="Rde2b81ac4d2d457a" /><Relationship Type="http://schemas.openxmlformats.org/officeDocument/2006/relationships/notesSlide" Target="/ppt/notesSlides/notesSlide7.xml" Id="Re7201c7531d541b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b5b9b35b614cb3" /><Relationship Type="http://schemas.openxmlformats.org/officeDocument/2006/relationships/image" Target="/ppt/media/image8.bin" Id="Rd8ecd07deb384f31" /><Relationship Type="http://schemas.openxmlformats.org/officeDocument/2006/relationships/notesSlide" Target="/ppt/notesSlides/notesSlide8.xml" Id="R68717ff136fa4f5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00b37cdb904062" /><Relationship Type="http://schemas.openxmlformats.org/officeDocument/2006/relationships/image" Target="/ppt/media/image9.bin" Id="R787782707a0c4338" /><Relationship Type="http://schemas.openxmlformats.org/officeDocument/2006/relationships/notesSlide" Target="/ppt/notesSlides/notesSlide9.xml" Id="Rf4d716dddc4741d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eb3c896c9648b3" /><Relationship Type="http://schemas.openxmlformats.org/officeDocument/2006/relationships/image" Target="/ppt/media/image10.bin" Id="Rd5e87505836a4764" /><Relationship Type="http://schemas.openxmlformats.org/officeDocument/2006/relationships/notesSlide" Target="/ppt/notesSlides/notesSlide10.xml" Id="R08892b6b133d404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4c6dd88a864190" /><Relationship Type="http://schemas.openxmlformats.org/officeDocument/2006/relationships/image" Target="/ppt/media/image11.bin" Id="R32177089de384df9" /><Relationship Type="http://schemas.openxmlformats.org/officeDocument/2006/relationships/notesSlide" Target="/ppt/notesSlides/notesSlide11.xml" Id="R3e4aa69c95dc43a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1a8761575b41b0" /><Relationship Type="http://schemas.openxmlformats.org/officeDocument/2006/relationships/image" Target="/ppt/media/image12.bin" Id="R80ccb80d096f437f" /><Relationship Type="http://schemas.openxmlformats.org/officeDocument/2006/relationships/notesSlide" Target="/ppt/notesSlides/notesSlide12.xml" Id="R99909589e48e400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cff8bd950d4ab3" /><Relationship Type="http://schemas.openxmlformats.org/officeDocument/2006/relationships/image" Target="/ppt/media/image13.bin" Id="Rb7267b3fb7bf48a9" /><Relationship Type="http://schemas.openxmlformats.org/officeDocument/2006/relationships/notesSlide" Target="/ppt/notesSlides/notesSlide13.xml" Id="Rba303f26b78547f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aa1421d4704c7a" /><Relationship Type="http://schemas.openxmlformats.org/officeDocument/2006/relationships/image" Target="/ppt/media/image14.bin" Id="R9339155387964e29" /><Relationship Type="http://schemas.openxmlformats.org/officeDocument/2006/relationships/notesSlide" Target="/ppt/notesSlides/notesSlide14.xml" Id="R2bc1daff07c0498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da3c9d8ecf4249" /><Relationship Type="http://schemas.openxmlformats.org/officeDocument/2006/relationships/image" Target="/ppt/media/image15.bin" Id="R090eb252c37743e1" /><Relationship Type="http://schemas.openxmlformats.org/officeDocument/2006/relationships/notesSlide" Target="/ppt/notesSlides/notesSlide15.xml" Id="R8c264ccde2c54cc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213eac2f594135" /><Relationship Type="http://schemas.openxmlformats.org/officeDocument/2006/relationships/image" Target="/ppt/media/image16.bin" Id="R37f459d328564ade" /><Relationship Type="http://schemas.openxmlformats.org/officeDocument/2006/relationships/notesSlide" Target="/ppt/notesSlides/notesSlide16.xml" Id="R4e52e5480e28494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b54876fb664f92" /><Relationship Type="http://schemas.openxmlformats.org/officeDocument/2006/relationships/image" Target="/ppt/media/image17.bin" Id="R8039b05640dc4f3d" /><Relationship Type="http://schemas.openxmlformats.org/officeDocument/2006/relationships/notesSlide" Target="/ppt/notesSlides/notesSlide17.xml" Id="R544397b2844e48f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88d528709c490d" /><Relationship Type="http://schemas.openxmlformats.org/officeDocument/2006/relationships/image" Target="/ppt/media/image18.bin" Id="R125ecadf7dea410f" /><Relationship Type="http://schemas.openxmlformats.org/officeDocument/2006/relationships/notesSlide" Target="/ppt/notesSlides/notesSlide18.xml" Id="Re72adc1b3042430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b73637d73d4ee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61915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3f06ede6db43c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97370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db590ec3184be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82628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10425d74d5475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2807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585e3988de4e1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45909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51efc11dcf4ca1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56414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2b81ac4d2d457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2332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ecd07deb384f31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4287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7782707a0c433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44178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e87505836a476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02050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177089de384df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6704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ccb80d096f437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28458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267b3fb7bf48a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68034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39155387964e2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51095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0eb252c37743e1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16541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f459d328564ad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61670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39b05640dc4f3d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8664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5ecadf7dea410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9674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2026-06-04T03:08:49.0450000Z</dcterms:created>
  <dcterms:modified xsi:type="dcterms:W3CDTF">2026-06-04T03:08:49.0460000Z</dcterms:modified>
</coreProperties>
</file>