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Converted Presentation</PresentationFormat>
  <Paragraphs>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Whaoe</cp:lastModifiedBy>
  <cp:revision>1</cp:revision>
  <dcterms:created xsi:type="dcterms:W3CDTF">2026-05-28T02:46:51Z</dcterms:created>
  <dcterms:modified xsi:type="dcterms:W3CDTF">2026-05-28T02:46:51Z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F720DB8BC75A4097B8EB81786CFB36F5_12</vt:lpwstr>
  </property>
</Properties>
</file>