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0182f3f0144607" /><Relationship Type="http://schemas.openxmlformats.org/officeDocument/2006/relationships/extended-properties" Target="/docProps/app.xml" Id="R7e91d360fbba453c" /><Relationship Type="http://schemas.openxmlformats.org/officeDocument/2006/relationships/officeDocument" Target="/ppt/presentation.xml" Id="Rb1603f52ad5d40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b0a0d77e0479d"/>
  </p:sldMasterIdLst>
  <p:notesMasterIdLst>
    <p:notesMasterId xmlns:r="http://schemas.openxmlformats.org/officeDocument/2006/relationships" r:id="R8dd6b62eb38c438f"/>
  </p:notesMasterIdLst>
  <p:sldIdLst>
    <p:sldId xmlns:r="http://schemas.openxmlformats.org/officeDocument/2006/relationships" id="256" r:id="R6e4aff833fc64c3d"/>
    <p:sldId xmlns:r="http://schemas.openxmlformats.org/officeDocument/2006/relationships" id="257" r:id="R8949edfaf59b4072"/>
    <p:sldId xmlns:r="http://schemas.openxmlformats.org/officeDocument/2006/relationships" id="258" r:id="R12f01ac345154c4b"/>
    <p:sldId xmlns:r="http://schemas.openxmlformats.org/officeDocument/2006/relationships" id="259" r:id="R9230c7d102b04bf0"/>
    <p:sldId xmlns:r="http://schemas.openxmlformats.org/officeDocument/2006/relationships" id="260" r:id="Raa9d28bcecf64cb3"/>
    <p:sldId xmlns:r="http://schemas.openxmlformats.org/officeDocument/2006/relationships" id="261" r:id="R0bec023fc6204dad"/>
    <p:sldId xmlns:r="http://schemas.openxmlformats.org/officeDocument/2006/relationships" id="262" r:id="Rf62651f448e34539"/>
    <p:sldId xmlns:r="http://schemas.openxmlformats.org/officeDocument/2006/relationships" id="263" r:id="R68e7d13492a34108"/>
    <p:sldId xmlns:r="http://schemas.openxmlformats.org/officeDocument/2006/relationships" id="264" r:id="Ra45f56b5b0f545cc"/>
    <p:sldId xmlns:r="http://schemas.openxmlformats.org/officeDocument/2006/relationships" id="265" r:id="Rd664e5d9cc4a4dda"/>
    <p:sldId xmlns:r="http://schemas.openxmlformats.org/officeDocument/2006/relationships" id="266" r:id="R727677386ae042e8"/>
    <p:sldId xmlns:r="http://schemas.openxmlformats.org/officeDocument/2006/relationships" id="267" r:id="Re69d60c93aa84b25"/>
    <p:sldId xmlns:r="http://schemas.openxmlformats.org/officeDocument/2006/relationships" id="268" r:id="Rc907e10292484303"/>
    <p:sldId xmlns:r="http://schemas.openxmlformats.org/officeDocument/2006/relationships" id="269" r:id="Rb9e0716540dd425b"/>
    <p:sldId xmlns:r="http://schemas.openxmlformats.org/officeDocument/2006/relationships" id="270" r:id="Rcb3324b17e464cfe"/>
    <p:sldId xmlns:r="http://schemas.openxmlformats.org/officeDocument/2006/relationships" id="271" r:id="R87a708fc28ba4bb8"/>
    <p:sldId xmlns:r="http://schemas.openxmlformats.org/officeDocument/2006/relationships" id="272" r:id="R8bcd2f95423846cd"/>
    <p:sldId xmlns:r="http://schemas.openxmlformats.org/officeDocument/2006/relationships" id="273" r:id="Rc3f2f093de7549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b0a0d77e0479d" /><Relationship Type="http://schemas.openxmlformats.org/officeDocument/2006/relationships/theme" Target="/ppt/theme/theme1.xml" Id="R10a0fbf2ab39462d" /><Relationship Type="http://schemas.openxmlformats.org/officeDocument/2006/relationships/notesMaster" Target="/ppt/notesMasters/notesMaster1.xml" Id="R8dd6b62eb38c438f" /><Relationship Type="http://schemas.openxmlformats.org/officeDocument/2006/relationships/presProps" Target="/ppt/presProps.xml" Id="R7245bec48bf54843" /><Relationship Type="http://schemas.openxmlformats.org/officeDocument/2006/relationships/viewProps" Target="/ppt/viewProps.xml" Id="R7d2a56b003334ad3" /><Relationship Type="http://schemas.openxmlformats.org/officeDocument/2006/relationships/tableStyles" Target="/ppt/tableStyles.xml" Id="Rf3f24b0f43e348f8" /><Relationship Type="http://schemas.openxmlformats.org/officeDocument/2006/relationships/slide" Target="/ppt/slides/slide1.xml" Id="R6e4aff833fc64c3d" /><Relationship Type="http://schemas.openxmlformats.org/officeDocument/2006/relationships/slide" Target="/ppt/slides/slide2.xml" Id="R8949edfaf59b4072" /><Relationship Type="http://schemas.openxmlformats.org/officeDocument/2006/relationships/slide" Target="/ppt/slides/slide3.xml" Id="R12f01ac345154c4b" /><Relationship Type="http://schemas.openxmlformats.org/officeDocument/2006/relationships/slide" Target="/ppt/slides/slide4.xml" Id="R9230c7d102b04bf0" /><Relationship Type="http://schemas.openxmlformats.org/officeDocument/2006/relationships/slide" Target="/ppt/slides/slide5.xml" Id="Raa9d28bcecf64cb3" /><Relationship Type="http://schemas.openxmlformats.org/officeDocument/2006/relationships/slide" Target="/ppt/slides/slide6.xml" Id="R0bec023fc6204dad" /><Relationship Type="http://schemas.openxmlformats.org/officeDocument/2006/relationships/slide" Target="/ppt/slides/slide7.xml" Id="Rf62651f448e34539" /><Relationship Type="http://schemas.openxmlformats.org/officeDocument/2006/relationships/slide" Target="/ppt/slides/slide8.xml" Id="R68e7d13492a34108" /><Relationship Type="http://schemas.openxmlformats.org/officeDocument/2006/relationships/slide" Target="/ppt/slides/slide9.xml" Id="Ra45f56b5b0f545cc" /><Relationship Type="http://schemas.openxmlformats.org/officeDocument/2006/relationships/slide" Target="/ppt/slides/slide10.xml" Id="Rd664e5d9cc4a4dda" /><Relationship Type="http://schemas.openxmlformats.org/officeDocument/2006/relationships/slide" Target="/ppt/slides/slide11.xml" Id="R727677386ae042e8" /><Relationship Type="http://schemas.openxmlformats.org/officeDocument/2006/relationships/slide" Target="/ppt/slides/slide12.xml" Id="Re69d60c93aa84b25" /><Relationship Type="http://schemas.openxmlformats.org/officeDocument/2006/relationships/slide" Target="/ppt/slides/slide13.xml" Id="Rc907e10292484303" /><Relationship Type="http://schemas.openxmlformats.org/officeDocument/2006/relationships/slide" Target="/ppt/slides/slide14.xml" Id="Rb9e0716540dd425b" /><Relationship Type="http://schemas.openxmlformats.org/officeDocument/2006/relationships/slide" Target="/ppt/slides/slide15.xml" Id="Rcb3324b17e464cfe" /><Relationship Type="http://schemas.openxmlformats.org/officeDocument/2006/relationships/slide" Target="/ppt/slides/slide16.xml" Id="R87a708fc28ba4bb8" /><Relationship Type="http://schemas.openxmlformats.org/officeDocument/2006/relationships/slide" Target="/ppt/slides/slide17.xml" Id="R8bcd2f95423846cd" /><Relationship Type="http://schemas.openxmlformats.org/officeDocument/2006/relationships/slide" Target="/ppt/slides/slide18.xml" Id="Rc3f2f093de75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40b3798138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305ed6a5d491a" /><Relationship Type="http://schemas.openxmlformats.org/officeDocument/2006/relationships/notesMaster" Target="/ppt/notesMasters/notesMaster1.xml" Id="Rd1ccde928759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1274ede5d4fa0" /><Relationship Type="http://schemas.openxmlformats.org/officeDocument/2006/relationships/notesMaster" Target="/ppt/notesMasters/notesMaster1.xml" Id="R8842f1f11f3d4b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654022d0e94710" /><Relationship Type="http://schemas.openxmlformats.org/officeDocument/2006/relationships/notesMaster" Target="/ppt/notesMasters/notesMaster1.xml" Id="Rf7a3a67fab35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3555ff739459b" /><Relationship Type="http://schemas.openxmlformats.org/officeDocument/2006/relationships/notesMaster" Target="/ppt/notesMasters/notesMaster1.xml" Id="R1534919d5301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196a7e6117415e" /><Relationship Type="http://schemas.openxmlformats.org/officeDocument/2006/relationships/notesMaster" Target="/ppt/notesMasters/notesMaster1.xml" Id="R3a41e02809374f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76904435264eed" /><Relationship Type="http://schemas.openxmlformats.org/officeDocument/2006/relationships/notesMaster" Target="/ppt/notesMasters/notesMaster1.xml" Id="R4185e1eee4784e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a2d17b1a640d3" /><Relationship Type="http://schemas.openxmlformats.org/officeDocument/2006/relationships/notesMaster" Target="/ppt/notesMasters/notesMaster1.xml" Id="Re556a625daa942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10e1ee3bd54572" /><Relationship Type="http://schemas.openxmlformats.org/officeDocument/2006/relationships/notesMaster" Target="/ppt/notesMasters/notesMaster1.xml" Id="Rc2c24826f7ed4f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33ae2cae59414f" /><Relationship Type="http://schemas.openxmlformats.org/officeDocument/2006/relationships/notesMaster" Target="/ppt/notesMasters/notesMaster1.xml" Id="R73415d5e209b4d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aa6409c7224b1d" /><Relationship Type="http://schemas.openxmlformats.org/officeDocument/2006/relationships/notesMaster" Target="/ppt/notesMasters/notesMaster1.xml" Id="Rbee29450675f40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8457ea93b402e" /><Relationship Type="http://schemas.openxmlformats.org/officeDocument/2006/relationships/notesMaster" Target="/ppt/notesMasters/notesMaster1.xml" Id="Rf139e0ff901e44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804496528240df" /><Relationship Type="http://schemas.openxmlformats.org/officeDocument/2006/relationships/notesMaster" Target="/ppt/notesMasters/notesMaster1.xml" Id="Rdf2bbe8912cd4f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f53c478ca94157" /><Relationship Type="http://schemas.openxmlformats.org/officeDocument/2006/relationships/notesMaster" Target="/ppt/notesMasters/notesMaster1.xml" Id="R0f02810181cb4b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2e0d48b7cd4101" /><Relationship Type="http://schemas.openxmlformats.org/officeDocument/2006/relationships/notesMaster" Target="/ppt/notesMasters/notesMaster1.xml" Id="Rc072db31f3fb4c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52731d21284181" /><Relationship Type="http://schemas.openxmlformats.org/officeDocument/2006/relationships/notesMaster" Target="/ppt/notesMasters/notesMaster1.xml" Id="R54b777baa73249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1f738ed3954e29" /><Relationship Type="http://schemas.openxmlformats.org/officeDocument/2006/relationships/notesMaster" Target="/ppt/notesMasters/notesMaster1.xml" Id="R674206426cb243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5d1379fb0f4c2b" /><Relationship Type="http://schemas.openxmlformats.org/officeDocument/2006/relationships/notesMaster" Target="/ppt/notesMasters/notesMaster1.xml" Id="R234cbdeab5b740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97c93bea874591" /><Relationship Type="http://schemas.openxmlformats.org/officeDocument/2006/relationships/notesMaster" Target="/ppt/notesMasters/notesMaster1.xml" Id="Re951696fc156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20f31d38b4b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36107fa262491c" /><Relationship Type="http://schemas.openxmlformats.org/officeDocument/2006/relationships/slideLayout" Target="/ppt/slideLayouts/slideLayout2.xml" Id="R0d237622c72b49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237622c72b49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1d8ff4bbe40d3" /><Relationship Type="http://schemas.openxmlformats.org/officeDocument/2006/relationships/image" Target="/ppt/media/image.bin" Id="Raf257d8f50fe4648" /><Relationship Type="http://schemas.openxmlformats.org/officeDocument/2006/relationships/notesSlide" Target="/ppt/notesSlides/notesSlide1.xml" Id="R99c82178de04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e81068aa745ac" /><Relationship Type="http://schemas.openxmlformats.org/officeDocument/2006/relationships/image" Target="/ppt/media/image2.bin" Id="R23eb7bc45e5a4e29" /><Relationship Type="http://schemas.openxmlformats.org/officeDocument/2006/relationships/notesSlide" Target="/ppt/notesSlides/notesSlide2.xml" Id="Rc9eb6af214d548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239cfe5574c10" /><Relationship Type="http://schemas.openxmlformats.org/officeDocument/2006/relationships/image" Target="/ppt/media/image3.bin" Id="Rcf2d51017f7b4d64" /><Relationship Type="http://schemas.openxmlformats.org/officeDocument/2006/relationships/notesSlide" Target="/ppt/notesSlides/notesSlide3.xml" Id="R9e33eb82d438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521eb88e24714" /><Relationship Type="http://schemas.openxmlformats.org/officeDocument/2006/relationships/image" Target="/ppt/media/image4.bin" Id="R6818551cb18a4bc1" /><Relationship Type="http://schemas.openxmlformats.org/officeDocument/2006/relationships/notesSlide" Target="/ppt/notesSlides/notesSlide4.xml" Id="R4367b936a2eb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0973081c74aa8" /><Relationship Type="http://schemas.openxmlformats.org/officeDocument/2006/relationships/image" Target="/ppt/media/image5.bin" Id="Rf093fa48256a4985" /><Relationship Type="http://schemas.openxmlformats.org/officeDocument/2006/relationships/notesSlide" Target="/ppt/notesSlides/notesSlide5.xml" Id="R614290bc40ce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3a7d75cbb40b3" /><Relationship Type="http://schemas.openxmlformats.org/officeDocument/2006/relationships/image" Target="/ppt/media/image6.bin" Id="R4bb0a715a88946f8" /><Relationship Type="http://schemas.openxmlformats.org/officeDocument/2006/relationships/notesSlide" Target="/ppt/notesSlides/notesSlide6.xml" Id="Rccc48baa1ed241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098b594b0467c" /><Relationship Type="http://schemas.openxmlformats.org/officeDocument/2006/relationships/image" Target="/ppt/media/image7.bin" Id="Rcdceadbbae9c4e93" /><Relationship Type="http://schemas.openxmlformats.org/officeDocument/2006/relationships/notesSlide" Target="/ppt/notesSlides/notesSlide7.xml" Id="Rf4d7db64cc0f4b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d26210c154bdd" /><Relationship Type="http://schemas.openxmlformats.org/officeDocument/2006/relationships/image" Target="/ppt/media/image8.bin" Id="R2b3c90867fda4e21" /><Relationship Type="http://schemas.openxmlformats.org/officeDocument/2006/relationships/notesSlide" Target="/ppt/notesSlides/notesSlide8.xml" Id="R08a2a67a82c148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060db2c02143c0" /><Relationship Type="http://schemas.openxmlformats.org/officeDocument/2006/relationships/image" Target="/ppt/media/image9.bin" Id="R271af44c038543a7" /><Relationship Type="http://schemas.openxmlformats.org/officeDocument/2006/relationships/notesSlide" Target="/ppt/notesSlides/notesSlide9.xml" Id="R04a0116c16ad43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030d0eb3047f7" /><Relationship Type="http://schemas.openxmlformats.org/officeDocument/2006/relationships/image" Target="/ppt/media/image10.bin" Id="Rb272b1948e7e482a" /><Relationship Type="http://schemas.openxmlformats.org/officeDocument/2006/relationships/notesSlide" Target="/ppt/notesSlides/notesSlide10.xml" Id="R580bad6a4edf45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3e4cde02f4476" /><Relationship Type="http://schemas.openxmlformats.org/officeDocument/2006/relationships/image" Target="/ppt/media/image11.bin" Id="Re0181936a62b4013" /><Relationship Type="http://schemas.openxmlformats.org/officeDocument/2006/relationships/notesSlide" Target="/ppt/notesSlides/notesSlide11.xml" Id="Rabec71f05d4c47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7f3d54ec514dbb" /><Relationship Type="http://schemas.openxmlformats.org/officeDocument/2006/relationships/image" Target="/ppt/media/image12.bin" Id="R341f55e841434dbf" /><Relationship Type="http://schemas.openxmlformats.org/officeDocument/2006/relationships/notesSlide" Target="/ppt/notesSlides/notesSlide12.xml" Id="R5941974876c64d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c5a506b3564efc" /><Relationship Type="http://schemas.openxmlformats.org/officeDocument/2006/relationships/image" Target="/ppt/media/image13.bin" Id="Rc4159e76e9254752" /><Relationship Type="http://schemas.openxmlformats.org/officeDocument/2006/relationships/notesSlide" Target="/ppt/notesSlides/notesSlide13.xml" Id="R30a89ad077324b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162051d69462e" /><Relationship Type="http://schemas.openxmlformats.org/officeDocument/2006/relationships/image" Target="/ppt/media/image14.bin" Id="R8208e6ed39034feb" /><Relationship Type="http://schemas.openxmlformats.org/officeDocument/2006/relationships/notesSlide" Target="/ppt/notesSlides/notesSlide14.xml" Id="R5ffc1e88be134f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c13dcb39484db4" /><Relationship Type="http://schemas.openxmlformats.org/officeDocument/2006/relationships/image" Target="/ppt/media/image15.bin" Id="Re93f9290c45047c5" /><Relationship Type="http://schemas.openxmlformats.org/officeDocument/2006/relationships/notesSlide" Target="/ppt/notesSlides/notesSlide15.xml" Id="Rc42a769ab79e46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fc51bf78cf4623" /><Relationship Type="http://schemas.openxmlformats.org/officeDocument/2006/relationships/image" Target="/ppt/media/image16.bin" Id="R7ef12c699f514442" /><Relationship Type="http://schemas.openxmlformats.org/officeDocument/2006/relationships/notesSlide" Target="/ppt/notesSlides/notesSlide16.xml" Id="Rf1bcd674afe948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bdbac3f2d404f" /><Relationship Type="http://schemas.openxmlformats.org/officeDocument/2006/relationships/image" Target="/ppt/media/image17.bin" Id="Rf75b24cb564e40c7" /><Relationship Type="http://schemas.openxmlformats.org/officeDocument/2006/relationships/notesSlide" Target="/ppt/notesSlides/notesSlide17.xml" Id="Rf3700d43c6a44a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33cd0ddbc47d4" /><Relationship Type="http://schemas.openxmlformats.org/officeDocument/2006/relationships/image" Target="/ppt/media/image18.bin" Id="R47b868eba15b4ae4" /><Relationship Type="http://schemas.openxmlformats.org/officeDocument/2006/relationships/notesSlide" Target="/ppt/notesSlides/notesSlide18.xml" Id="R86aeb7dd0d1c4e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57d8f50fe464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266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7bc45e5a4e2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556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d51017f7b4d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413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8551cb18a4b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824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3fa48256a498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139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0a715a88946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45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eadbbae9c4e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470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c90867fda4e2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911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af44c038543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328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2b1948e7e482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742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81936a62b40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506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f55e841434d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482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59e76e92547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830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8e6ed39034fe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700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f9290c45047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316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12c699f5144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128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b24cb564e40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620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868eba15b4ae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12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2026-05-28T02:40:11.1790000Z</dcterms:created>
  <dcterms:modified xsi:type="dcterms:W3CDTF">2026-05-28T02:40:11.1800000Z</dcterms:modified>
</coreProperties>
</file>