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a0d0366c0a4e72" /><Relationship Type="http://schemas.openxmlformats.org/officeDocument/2006/relationships/extended-properties" Target="/docProps/app.xml" Id="R541032b74dbd4823" /><Relationship Type="http://schemas.openxmlformats.org/officeDocument/2006/relationships/officeDocument" Target="/ppt/presentation.xml" Id="R37cb5b181c6142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adcccbb29d45f7"/>
  </p:sldMasterIdLst>
  <p:notesMasterIdLst>
    <p:notesMasterId xmlns:r="http://schemas.openxmlformats.org/officeDocument/2006/relationships" r:id="Rc836a765804f460e"/>
  </p:notesMasterIdLst>
  <p:sldIdLst>
    <p:sldId xmlns:r="http://schemas.openxmlformats.org/officeDocument/2006/relationships" id="256" r:id="Ra6c72f719f724a13"/>
    <p:sldId xmlns:r="http://schemas.openxmlformats.org/officeDocument/2006/relationships" id="257" r:id="Rfd677d7b8a7c4456"/>
    <p:sldId xmlns:r="http://schemas.openxmlformats.org/officeDocument/2006/relationships" id="258" r:id="R2d811e494ba24386"/>
    <p:sldId xmlns:r="http://schemas.openxmlformats.org/officeDocument/2006/relationships" id="259" r:id="R441bb78aabde4e97"/>
    <p:sldId xmlns:r="http://schemas.openxmlformats.org/officeDocument/2006/relationships" id="260" r:id="R496ad95e22e24470"/>
    <p:sldId xmlns:r="http://schemas.openxmlformats.org/officeDocument/2006/relationships" id="261" r:id="R6f09e10228c54eb0"/>
    <p:sldId xmlns:r="http://schemas.openxmlformats.org/officeDocument/2006/relationships" id="262" r:id="R0a02987018634391"/>
    <p:sldId xmlns:r="http://schemas.openxmlformats.org/officeDocument/2006/relationships" id="263" r:id="Recaf611c4bc64739"/>
    <p:sldId xmlns:r="http://schemas.openxmlformats.org/officeDocument/2006/relationships" id="264" r:id="Rbae66ce55d644e87"/>
    <p:sldId xmlns:r="http://schemas.openxmlformats.org/officeDocument/2006/relationships" id="265" r:id="Rdc8cf577458146c1"/>
    <p:sldId xmlns:r="http://schemas.openxmlformats.org/officeDocument/2006/relationships" id="266" r:id="R507a1a214f8945fd"/>
    <p:sldId xmlns:r="http://schemas.openxmlformats.org/officeDocument/2006/relationships" id="267" r:id="R66570e8d6c6c4552"/>
    <p:sldId xmlns:r="http://schemas.openxmlformats.org/officeDocument/2006/relationships" id="268" r:id="R73eb6e9cb01a45c6"/>
    <p:sldId xmlns:r="http://schemas.openxmlformats.org/officeDocument/2006/relationships" id="269" r:id="Ra9aabaf89b9149b9"/>
    <p:sldId xmlns:r="http://schemas.openxmlformats.org/officeDocument/2006/relationships" id="270" r:id="R8c2f3e3bdf6146d6"/>
    <p:sldId xmlns:r="http://schemas.openxmlformats.org/officeDocument/2006/relationships" id="271" r:id="R1e6f9b6c9cce4695"/>
    <p:sldId xmlns:r="http://schemas.openxmlformats.org/officeDocument/2006/relationships" id="272" r:id="R0bc038381cc84e78"/>
    <p:sldId xmlns:r="http://schemas.openxmlformats.org/officeDocument/2006/relationships" id="273" r:id="R5777db476ee340c0"/>
    <p:sldId xmlns:r="http://schemas.openxmlformats.org/officeDocument/2006/relationships" id="274" r:id="Rfdd6de2010044cb2"/>
    <p:sldId xmlns:r="http://schemas.openxmlformats.org/officeDocument/2006/relationships" id="275" r:id="Rd69daa0ae8734b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18e608ad844c0c" /><Relationship Type="http://schemas.openxmlformats.org/officeDocument/2006/relationships/slideMaster" Target="/ppt/slideMasters/slideMaster1.xml" Id="R82adcccbb29d45f7" /><Relationship Type="http://schemas.openxmlformats.org/officeDocument/2006/relationships/notesMaster" Target="/ppt/notesMasters/notesMaster1.xml" Id="Rc836a765804f460e" /><Relationship Type="http://schemas.openxmlformats.org/officeDocument/2006/relationships/presProps" Target="/ppt/presProps.xml" Id="Re005c3f3acee445d" /><Relationship Type="http://schemas.openxmlformats.org/officeDocument/2006/relationships/viewProps" Target="/ppt/viewProps.xml" Id="R1b443a7d30214a21" /><Relationship Type="http://schemas.openxmlformats.org/officeDocument/2006/relationships/tableStyles" Target="/ppt/tableStyles.xml" Id="R065114cdfc8248cf" /><Relationship Type="http://schemas.openxmlformats.org/officeDocument/2006/relationships/slide" Target="/ppt/slides/slide1.xml" Id="Ra6c72f719f724a13" /><Relationship Type="http://schemas.openxmlformats.org/officeDocument/2006/relationships/slide" Target="/ppt/slides/slide2.xml" Id="Rfd677d7b8a7c4456" /><Relationship Type="http://schemas.openxmlformats.org/officeDocument/2006/relationships/slide" Target="/ppt/slides/slide3.xml" Id="R2d811e494ba24386" /><Relationship Type="http://schemas.openxmlformats.org/officeDocument/2006/relationships/slide" Target="/ppt/slides/slide4.xml" Id="R441bb78aabde4e97" /><Relationship Type="http://schemas.openxmlformats.org/officeDocument/2006/relationships/slide" Target="/ppt/slides/slide5.xml" Id="R496ad95e22e24470" /><Relationship Type="http://schemas.openxmlformats.org/officeDocument/2006/relationships/slide" Target="/ppt/slides/slide6.xml" Id="R6f09e10228c54eb0" /><Relationship Type="http://schemas.openxmlformats.org/officeDocument/2006/relationships/slide" Target="/ppt/slides/slide7.xml" Id="R0a02987018634391" /><Relationship Type="http://schemas.openxmlformats.org/officeDocument/2006/relationships/slide" Target="/ppt/slides/slide8.xml" Id="Recaf611c4bc64739" /><Relationship Type="http://schemas.openxmlformats.org/officeDocument/2006/relationships/slide" Target="/ppt/slides/slide9.xml" Id="Rbae66ce55d644e87" /><Relationship Type="http://schemas.openxmlformats.org/officeDocument/2006/relationships/slide" Target="/ppt/slides/slide10.xml" Id="Rdc8cf577458146c1" /><Relationship Type="http://schemas.openxmlformats.org/officeDocument/2006/relationships/slide" Target="/ppt/slides/slide11.xml" Id="R507a1a214f8945fd" /><Relationship Type="http://schemas.openxmlformats.org/officeDocument/2006/relationships/slide" Target="/ppt/slides/slide12.xml" Id="R66570e8d6c6c4552" /><Relationship Type="http://schemas.openxmlformats.org/officeDocument/2006/relationships/slide" Target="/ppt/slides/slide13.xml" Id="R73eb6e9cb01a45c6" /><Relationship Type="http://schemas.openxmlformats.org/officeDocument/2006/relationships/slide" Target="/ppt/slides/slide14.xml" Id="Ra9aabaf89b9149b9" /><Relationship Type="http://schemas.openxmlformats.org/officeDocument/2006/relationships/slide" Target="/ppt/slides/slide15.xml" Id="R8c2f3e3bdf6146d6" /><Relationship Type="http://schemas.openxmlformats.org/officeDocument/2006/relationships/slide" Target="/ppt/slides/slide16.xml" Id="R1e6f9b6c9cce4695" /><Relationship Type="http://schemas.openxmlformats.org/officeDocument/2006/relationships/slide" Target="/ppt/slides/slide17.xml" Id="R0bc038381cc84e78" /><Relationship Type="http://schemas.openxmlformats.org/officeDocument/2006/relationships/slide" Target="/ppt/slides/slide18.xml" Id="R5777db476ee340c0" /><Relationship Type="http://schemas.openxmlformats.org/officeDocument/2006/relationships/slide" Target="/ppt/slides/slide19.xml" Id="Rfdd6de2010044cb2" /><Relationship Type="http://schemas.openxmlformats.org/officeDocument/2006/relationships/slide" Target="/ppt/slides/slide20.xml" Id="Rd69daa0ae8734b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61f893a96a49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cf7c5ac843470b" /><Relationship Type="http://schemas.openxmlformats.org/officeDocument/2006/relationships/notesMaster" Target="/ppt/notesMasters/notesMaster1.xml" Id="Raa3c6e7361ac45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7061dee0ba423b" /><Relationship Type="http://schemas.openxmlformats.org/officeDocument/2006/relationships/notesMaster" Target="/ppt/notesMasters/notesMaster1.xml" Id="Rd42402dc047a4f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6cb6d5c8064c76" /><Relationship Type="http://schemas.openxmlformats.org/officeDocument/2006/relationships/notesMaster" Target="/ppt/notesMasters/notesMaster1.xml" Id="Ra81ca2b6138648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1edf5ef5c641cb" /><Relationship Type="http://schemas.openxmlformats.org/officeDocument/2006/relationships/notesMaster" Target="/ppt/notesMasters/notesMaster1.xml" Id="R037da42a3caa45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3c611bcd20446c" /><Relationship Type="http://schemas.openxmlformats.org/officeDocument/2006/relationships/notesMaster" Target="/ppt/notesMasters/notesMaster1.xml" Id="R9777e605bf3d4b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acdd59b64e4e33" /><Relationship Type="http://schemas.openxmlformats.org/officeDocument/2006/relationships/notesMaster" Target="/ppt/notesMasters/notesMaster1.xml" Id="Rfffd7a2ee30a40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118a0d6afb4c92" /><Relationship Type="http://schemas.openxmlformats.org/officeDocument/2006/relationships/notesMaster" Target="/ppt/notesMasters/notesMaster1.xml" Id="R526d435bf5944c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dff16788564216" /><Relationship Type="http://schemas.openxmlformats.org/officeDocument/2006/relationships/notesMaster" Target="/ppt/notesMasters/notesMaster1.xml" Id="Re123041839774f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3ce75bb53a44ea" /><Relationship Type="http://schemas.openxmlformats.org/officeDocument/2006/relationships/notesMaster" Target="/ppt/notesMasters/notesMaster1.xml" Id="R732d9c90d00a48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3a629aa9c84ea2" /><Relationship Type="http://schemas.openxmlformats.org/officeDocument/2006/relationships/notesMaster" Target="/ppt/notesMasters/notesMaster1.xml" Id="Rb598d0b8db7e4c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3299a42b7d4ab6" /><Relationship Type="http://schemas.openxmlformats.org/officeDocument/2006/relationships/notesMaster" Target="/ppt/notesMasters/notesMaster1.xml" Id="Rf4c735ddb0244e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aa63a0590d45b7" /><Relationship Type="http://schemas.openxmlformats.org/officeDocument/2006/relationships/notesMaster" Target="/ppt/notesMasters/notesMaster1.xml" Id="Racf4548c03734b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b9bffed0b64a5f" /><Relationship Type="http://schemas.openxmlformats.org/officeDocument/2006/relationships/notesMaster" Target="/ppt/notesMasters/notesMaster1.xml" Id="Raeeb74abd1c742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852e1a93c64bee" /><Relationship Type="http://schemas.openxmlformats.org/officeDocument/2006/relationships/notesMaster" Target="/ppt/notesMasters/notesMaster1.xml" Id="R781e16ca2ca84f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5bded7cabc4560" /><Relationship Type="http://schemas.openxmlformats.org/officeDocument/2006/relationships/notesMaster" Target="/ppt/notesMasters/notesMaster1.xml" Id="R3b2cc990664a43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056d2bcd0b462d" /><Relationship Type="http://schemas.openxmlformats.org/officeDocument/2006/relationships/notesMaster" Target="/ppt/notesMasters/notesMaster1.xml" Id="R882bd7ab147f42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7d87a49f124747" /><Relationship Type="http://schemas.openxmlformats.org/officeDocument/2006/relationships/notesMaster" Target="/ppt/notesMasters/notesMaster1.xml" Id="Rd90c92094ecf40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4020b980504078" /><Relationship Type="http://schemas.openxmlformats.org/officeDocument/2006/relationships/notesMaster" Target="/ppt/notesMasters/notesMaster1.xml" Id="Rd3ae489ee88d4a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4def2bf4bb4b8f" /><Relationship Type="http://schemas.openxmlformats.org/officeDocument/2006/relationships/notesMaster" Target="/ppt/notesMasters/notesMaster1.xml" Id="Rffb2f46af9f84d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5cbb7f52834c15" /><Relationship Type="http://schemas.openxmlformats.org/officeDocument/2006/relationships/notesMaster" Target="/ppt/notesMasters/notesMaster1.xml" Id="R7456a65ae9ef48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fdf752ff741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277f2944f54478" /><Relationship Type="http://schemas.openxmlformats.org/officeDocument/2006/relationships/slideLayout" Target="/ppt/slideLayouts/slideLayout1.xml" Id="R9311b4639a1f4b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11b4639a1f4b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992b0952a4d0e" /><Relationship Type="http://schemas.openxmlformats.org/officeDocument/2006/relationships/image" Target="/ppt/media/image.png" Id="Ref751889969545f7" /><Relationship Type="http://schemas.openxmlformats.org/officeDocument/2006/relationships/notesSlide" Target="/ppt/notesSlides/notesSlide1.xml" Id="R6327fc34aee641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88f64614c475d" /><Relationship Type="http://schemas.openxmlformats.org/officeDocument/2006/relationships/image" Target="/ppt/media/image2.png" Id="R72a45334fb20450f" /><Relationship Type="http://schemas.openxmlformats.org/officeDocument/2006/relationships/notesSlide" Target="/ppt/notesSlides/notesSlide2.xml" Id="Rde4224c8c47945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bbd4740cf4f26" /><Relationship Type="http://schemas.openxmlformats.org/officeDocument/2006/relationships/image" Target="/ppt/media/image3.png" Id="Rf6edc8dca4224dd2" /><Relationship Type="http://schemas.openxmlformats.org/officeDocument/2006/relationships/notesSlide" Target="/ppt/notesSlides/notesSlide3.xml" Id="R82ffa682f5ae40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3d31e945045f4" /><Relationship Type="http://schemas.openxmlformats.org/officeDocument/2006/relationships/image" Target="/ppt/media/image4.png" Id="Rab561b4233e34f51" /><Relationship Type="http://schemas.openxmlformats.org/officeDocument/2006/relationships/notesSlide" Target="/ppt/notesSlides/notesSlide4.xml" Id="R51f54ca9b2164a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11d244f4745a8" /><Relationship Type="http://schemas.openxmlformats.org/officeDocument/2006/relationships/image" Target="/ppt/media/image5.png" Id="Rb1e57c33ae604690" /><Relationship Type="http://schemas.openxmlformats.org/officeDocument/2006/relationships/notesSlide" Target="/ppt/notesSlides/notesSlide5.xml" Id="R6668555445fe4a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4fd42a9114ef8" /><Relationship Type="http://schemas.openxmlformats.org/officeDocument/2006/relationships/image" Target="/ppt/media/image6.png" Id="R5a16b518062d42ea" /><Relationship Type="http://schemas.openxmlformats.org/officeDocument/2006/relationships/notesSlide" Target="/ppt/notesSlides/notesSlide6.xml" Id="R82b30828d04048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e4f59ed394e07" /><Relationship Type="http://schemas.openxmlformats.org/officeDocument/2006/relationships/image" Target="/ppt/media/image7.png" Id="Rcf9573616edf47d2" /><Relationship Type="http://schemas.openxmlformats.org/officeDocument/2006/relationships/notesSlide" Target="/ppt/notesSlides/notesSlide7.xml" Id="R838d6e46237242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b9c0e6ff142e6" /><Relationship Type="http://schemas.openxmlformats.org/officeDocument/2006/relationships/image" Target="/ppt/media/image8.png" Id="Raefb5cbe7242422d" /><Relationship Type="http://schemas.openxmlformats.org/officeDocument/2006/relationships/notesSlide" Target="/ppt/notesSlides/notesSlide8.xml" Id="R10a2bf828c9a4b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95f5b28094679" /><Relationship Type="http://schemas.openxmlformats.org/officeDocument/2006/relationships/image" Target="/ppt/media/image9.png" Id="Re9a123372b8049be" /><Relationship Type="http://schemas.openxmlformats.org/officeDocument/2006/relationships/notesSlide" Target="/ppt/notesSlides/notesSlide9.xml" Id="Rd5ab0ab958304a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aff1c90654092" /><Relationship Type="http://schemas.openxmlformats.org/officeDocument/2006/relationships/image" Target="/ppt/media/image10.png" Id="Re72d731188304d37" /><Relationship Type="http://schemas.openxmlformats.org/officeDocument/2006/relationships/notesSlide" Target="/ppt/notesSlides/notesSlide10.xml" Id="R4eb960e91d1e4d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5f26c02454901" /><Relationship Type="http://schemas.openxmlformats.org/officeDocument/2006/relationships/image" Target="/ppt/media/image11.png" Id="Rc3be9243a3784f78" /><Relationship Type="http://schemas.openxmlformats.org/officeDocument/2006/relationships/notesSlide" Target="/ppt/notesSlides/notesSlide11.xml" Id="Rd10d3acac79b44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35b2f26054eee" /><Relationship Type="http://schemas.openxmlformats.org/officeDocument/2006/relationships/image" Target="/ppt/media/image12.png" Id="Rf432cb2045fb41d2" /><Relationship Type="http://schemas.openxmlformats.org/officeDocument/2006/relationships/notesSlide" Target="/ppt/notesSlides/notesSlide12.xml" Id="R2537e7d13f3447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7b2cfe0334673" /><Relationship Type="http://schemas.openxmlformats.org/officeDocument/2006/relationships/image" Target="/ppt/media/image13.png" Id="R3ab01fa856d24ae2" /><Relationship Type="http://schemas.openxmlformats.org/officeDocument/2006/relationships/notesSlide" Target="/ppt/notesSlides/notesSlide13.xml" Id="R9ba7d8f6ff224c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d696639134894" /><Relationship Type="http://schemas.openxmlformats.org/officeDocument/2006/relationships/image" Target="/ppt/media/image14.png" Id="R9e7c9e7a04244893" /><Relationship Type="http://schemas.openxmlformats.org/officeDocument/2006/relationships/notesSlide" Target="/ppt/notesSlides/notesSlide14.xml" Id="R0653ff78bd7d44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f597ae7174b36" /><Relationship Type="http://schemas.openxmlformats.org/officeDocument/2006/relationships/image" Target="/ppt/media/image15.png" Id="Rd7869c41686744d3" /><Relationship Type="http://schemas.openxmlformats.org/officeDocument/2006/relationships/notesSlide" Target="/ppt/notesSlides/notesSlide15.xml" Id="Rbc90864be22d47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811c2016040dc" /><Relationship Type="http://schemas.openxmlformats.org/officeDocument/2006/relationships/image" Target="/ppt/media/image16.png" Id="R477582c1c000437e" /><Relationship Type="http://schemas.openxmlformats.org/officeDocument/2006/relationships/notesSlide" Target="/ppt/notesSlides/notesSlide16.xml" Id="R99b205a32d3b44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43c780cc849d8" /><Relationship Type="http://schemas.openxmlformats.org/officeDocument/2006/relationships/image" Target="/ppt/media/image17.png" Id="Rdbd94d3d41914564" /><Relationship Type="http://schemas.openxmlformats.org/officeDocument/2006/relationships/notesSlide" Target="/ppt/notesSlides/notesSlide17.xml" Id="Ra24ef566bf564b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7469dcc9b4629" /><Relationship Type="http://schemas.openxmlformats.org/officeDocument/2006/relationships/image" Target="/ppt/media/image18.png" Id="R502c24cd3c114d8f" /><Relationship Type="http://schemas.openxmlformats.org/officeDocument/2006/relationships/notesSlide" Target="/ppt/notesSlides/notesSlide18.xml" Id="R6cf661dc6d7945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f8f52fb3c49b6" /><Relationship Type="http://schemas.openxmlformats.org/officeDocument/2006/relationships/image" Target="/ppt/media/image19.png" Id="Rc75328eb97ae4a38" /><Relationship Type="http://schemas.openxmlformats.org/officeDocument/2006/relationships/notesSlide" Target="/ppt/notesSlides/notesSlide19.xml" Id="Rf7875e504b4245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7521484fb4c92" /><Relationship Type="http://schemas.openxmlformats.org/officeDocument/2006/relationships/image" Target="/ppt/media/image20.png" Id="R9ab57907278348e8" /><Relationship Type="http://schemas.openxmlformats.org/officeDocument/2006/relationships/notesSlide" Target="/ppt/notesSlides/notesSlide20.xml" Id="R1f6bd7de24694c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51889969545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45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45334fb2045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840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dc8dca4224d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7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61b4233e34f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506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57c33ae6046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2802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6b518062d42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491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573616edf47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4270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b5cbe724242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836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123372b8049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76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d731188304d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245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e9243a3784f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91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2cb2045fb41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7460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01fa856d24a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0029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c9e7a042448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926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69c41686744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654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582c1c00043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6599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94d3d419145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1935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c24cd3c114d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7771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328eb97ae4a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5108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57907278348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45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2026-06-04T11:41:01.4610000Z</dcterms:created>
  <dcterms:modified xsi:type="dcterms:W3CDTF">2026-06-04T11:41:01.4610000Z</dcterms:modified>
</coreProperties>
</file>