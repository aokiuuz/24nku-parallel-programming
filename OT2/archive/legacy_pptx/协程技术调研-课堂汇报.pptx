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6bbde8ed84628" /><Relationship Type="http://schemas.openxmlformats.org/officeDocument/2006/relationships/extended-properties" Target="/docProps/app.xml" Id="Reb38d8acbe874c73" /><Relationship Type="http://schemas.openxmlformats.org/officeDocument/2006/relationships/officeDocument" Target="/ppt/presentation.xml" Id="R16028ed37186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1772135a84dc1"/>
  </p:sldMasterIdLst>
  <p:notesMasterIdLst>
    <p:notesMasterId xmlns:r="http://schemas.openxmlformats.org/officeDocument/2006/relationships" r:id="R86c011c102294494"/>
  </p:notesMasterIdLst>
  <p:sldIdLst>
    <p:sldId xmlns:r="http://schemas.openxmlformats.org/officeDocument/2006/relationships" id="256" r:id="Rccc8dabd009b4be4"/>
    <p:sldId xmlns:r="http://schemas.openxmlformats.org/officeDocument/2006/relationships" id="257" r:id="R6c55c0ceac4147aa"/>
    <p:sldId xmlns:r="http://schemas.openxmlformats.org/officeDocument/2006/relationships" id="258" r:id="R2020be05baa94009"/>
    <p:sldId xmlns:r="http://schemas.openxmlformats.org/officeDocument/2006/relationships" id="259" r:id="R7babcf40c24d4175"/>
    <p:sldId xmlns:r="http://schemas.openxmlformats.org/officeDocument/2006/relationships" id="260" r:id="Rcdf51b4449a64133"/>
    <p:sldId xmlns:r="http://schemas.openxmlformats.org/officeDocument/2006/relationships" id="261" r:id="Re825c8fa9d6547de"/>
    <p:sldId xmlns:r="http://schemas.openxmlformats.org/officeDocument/2006/relationships" id="262" r:id="R914b269dd472457d"/>
    <p:sldId xmlns:r="http://schemas.openxmlformats.org/officeDocument/2006/relationships" id="263" r:id="R75b54130f97d425d"/>
    <p:sldId xmlns:r="http://schemas.openxmlformats.org/officeDocument/2006/relationships" id="264" r:id="R670f30aa6c9440d3"/>
    <p:sldId xmlns:r="http://schemas.openxmlformats.org/officeDocument/2006/relationships" id="265" r:id="R6c73f96a9d7c44cd"/>
    <p:sldId xmlns:r="http://schemas.openxmlformats.org/officeDocument/2006/relationships" id="266" r:id="Rda81900509c24222"/>
    <p:sldId xmlns:r="http://schemas.openxmlformats.org/officeDocument/2006/relationships" id="267" r:id="R3e2b0aac647940ae"/>
    <p:sldId xmlns:r="http://schemas.openxmlformats.org/officeDocument/2006/relationships" id="268" r:id="R661fbbab8d234c91"/>
    <p:sldId xmlns:r="http://schemas.openxmlformats.org/officeDocument/2006/relationships" id="269" r:id="Rd3c5ce08e7ee4d7e"/>
    <p:sldId xmlns:r="http://schemas.openxmlformats.org/officeDocument/2006/relationships" id="270" r:id="Rb0211ca025c54fcd"/>
    <p:sldId xmlns:r="http://schemas.openxmlformats.org/officeDocument/2006/relationships" id="271" r:id="Rc060d1ea285d4a5a"/>
    <p:sldId xmlns:r="http://schemas.openxmlformats.org/officeDocument/2006/relationships" id="272" r:id="Ra6f893244905430e"/>
    <p:sldId xmlns:r="http://schemas.openxmlformats.org/officeDocument/2006/relationships" id="273" r:id="R0c3021cb077d4a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1772135a84dc1" /><Relationship Type="http://schemas.openxmlformats.org/officeDocument/2006/relationships/theme" Target="/ppt/theme/theme1.xml" Id="Rf242b3a39fdd4b81" /><Relationship Type="http://schemas.openxmlformats.org/officeDocument/2006/relationships/notesMaster" Target="/ppt/notesMasters/notesMaster1.xml" Id="R86c011c102294494" /><Relationship Type="http://schemas.openxmlformats.org/officeDocument/2006/relationships/presProps" Target="/ppt/presProps.xml" Id="R45045f5d55c04258" /><Relationship Type="http://schemas.openxmlformats.org/officeDocument/2006/relationships/viewProps" Target="/ppt/viewProps.xml" Id="Rf82f5705db7b4cb7" /><Relationship Type="http://schemas.openxmlformats.org/officeDocument/2006/relationships/tableStyles" Target="/ppt/tableStyles.xml" Id="R31e44d8e500d4ea0" /><Relationship Type="http://schemas.openxmlformats.org/officeDocument/2006/relationships/slide" Target="/ppt/slides/slide1.xml" Id="Rccc8dabd009b4be4" /><Relationship Type="http://schemas.openxmlformats.org/officeDocument/2006/relationships/slide" Target="/ppt/slides/slide2.xml" Id="R6c55c0ceac4147aa" /><Relationship Type="http://schemas.openxmlformats.org/officeDocument/2006/relationships/slide" Target="/ppt/slides/slide3.xml" Id="R2020be05baa94009" /><Relationship Type="http://schemas.openxmlformats.org/officeDocument/2006/relationships/slide" Target="/ppt/slides/slide4.xml" Id="R7babcf40c24d4175" /><Relationship Type="http://schemas.openxmlformats.org/officeDocument/2006/relationships/slide" Target="/ppt/slides/slide5.xml" Id="Rcdf51b4449a64133" /><Relationship Type="http://schemas.openxmlformats.org/officeDocument/2006/relationships/slide" Target="/ppt/slides/slide6.xml" Id="Re825c8fa9d6547de" /><Relationship Type="http://schemas.openxmlformats.org/officeDocument/2006/relationships/slide" Target="/ppt/slides/slide7.xml" Id="R914b269dd472457d" /><Relationship Type="http://schemas.openxmlformats.org/officeDocument/2006/relationships/slide" Target="/ppt/slides/slide8.xml" Id="R75b54130f97d425d" /><Relationship Type="http://schemas.openxmlformats.org/officeDocument/2006/relationships/slide" Target="/ppt/slides/slide9.xml" Id="R670f30aa6c9440d3" /><Relationship Type="http://schemas.openxmlformats.org/officeDocument/2006/relationships/slide" Target="/ppt/slides/slide10.xml" Id="R6c73f96a9d7c44cd" /><Relationship Type="http://schemas.openxmlformats.org/officeDocument/2006/relationships/slide" Target="/ppt/slides/slide11.xml" Id="Rda81900509c24222" /><Relationship Type="http://schemas.openxmlformats.org/officeDocument/2006/relationships/slide" Target="/ppt/slides/slide12.xml" Id="R3e2b0aac647940ae" /><Relationship Type="http://schemas.openxmlformats.org/officeDocument/2006/relationships/slide" Target="/ppt/slides/slide13.xml" Id="R661fbbab8d234c91" /><Relationship Type="http://schemas.openxmlformats.org/officeDocument/2006/relationships/slide" Target="/ppt/slides/slide14.xml" Id="Rd3c5ce08e7ee4d7e" /><Relationship Type="http://schemas.openxmlformats.org/officeDocument/2006/relationships/slide" Target="/ppt/slides/slide15.xml" Id="Rb0211ca025c54fcd" /><Relationship Type="http://schemas.openxmlformats.org/officeDocument/2006/relationships/slide" Target="/ppt/slides/slide16.xml" Id="Rc060d1ea285d4a5a" /><Relationship Type="http://schemas.openxmlformats.org/officeDocument/2006/relationships/slide" Target="/ppt/slides/slide17.xml" Id="Ra6f893244905430e" /><Relationship Type="http://schemas.openxmlformats.org/officeDocument/2006/relationships/slide" Target="/ppt/slides/slide18.xml" Id="R0c3021cb077d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53149d8b97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a4b9f8d75a446a" /><Relationship Type="http://schemas.openxmlformats.org/officeDocument/2006/relationships/notesMaster" Target="/ppt/notesMasters/notesMaster1.xml" Id="R70d6c67b949e40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ecdaa250d4bb3" /><Relationship Type="http://schemas.openxmlformats.org/officeDocument/2006/relationships/notesMaster" Target="/ppt/notesMasters/notesMaster1.xml" Id="Rfcd9deaad22e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74b3ef01f44fd" /><Relationship Type="http://schemas.openxmlformats.org/officeDocument/2006/relationships/notesMaster" Target="/ppt/notesMasters/notesMaster1.xml" Id="Raf3fe0840848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91a9f270a43dc" /><Relationship Type="http://schemas.openxmlformats.org/officeDocument/2006/relationships/notesMaster" Target="/ppt/notesMasters/notesMaster1.xml" Id="R3ca09d9f905b4e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84e8c328a42ac" /><Relationship Type="http://schemas.openxmlformats.org/officeDocument/2006/relationships/notesMaster" Target="/ppt/notesMasters/notesMaster1.xml" Id="R943da49c21db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dfab7f3134889" /><Relationship Type="http://schemas.openxmlformats.org/officeDocument/2006/relationships/notesMaster" Target="/ppt/notesMasters/notesMaster1.xml" Id="R2456171cf92a4c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d27713b704aa0" /><Relationship Type="http://schemas.openxmlformats.org/officeDocument/2006/relationships/notesMaster" Target="/ppt/notesMasters/notesMaster1.xml" Id="Rada9725e9a7b49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139c3b4bbd40bc" /><Relationship Type="http://schemas.openxmlformats.org/officeDocument/2006/relationships/notesMaster" Target="/ppt/notesMasters/notesMaster1.xml" Id="R0cdb4ca84c454c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515dee8fa74a42" /><Relationship Type="http://schemas.openxmlformats.org/officeDocument/2006/relationships/notesMaster" Target="/ppt/notesMasters/notesMaster1.xml" Id="R5caa36f35e4944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7b1c2f07ac4eb8" /><Relationship Type="http://schemas.openxmlformats.org/officeDocument/2006/relationships/notesMaster" Target="/ppt/notesMasters/notesMaster1.xml" Id="R7db6fb04b6ed4e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37a54a60204e5e" /><Relationship Type="http://schemas.openxmlformats.org/officeDocument/2006/relationships/notesMaster" Target="/ppt/notesMasters/notesMaster1.xml" Id="R484d0e08e59c47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e5a4919af64ad8" /><Relationship Type="http://schemas.openxmlformats.org/officeDocument/2006/relationships/notesMaster" Target="/ppt/notesMasters/notesMaster1.xml" Id="R0b3e8975693f4e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cacc42ac9142ba" /><Relationship Type="http://schemas.openxmlformats.org/officeDocument/2006/relationships/notesMaster" Target="/ppt/notesMasters/notesMaster1.xml" Id="Re89479aae61c40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1e269d3f2043c2" /><Relationship Type="http://schemas.openxmlformats.org/officeDocument/2006/relationships/notesMaster" Target="/ppt/notesMasters/notesMaster1.xml" Id="R4d58865ee28448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6ad1d958334758" /><Relationship Type="http://schemas.openxmlformats.org/officeDocument/2006/relationships/notesMaster" Target="/ppt/notesMasters/notesMaster1.xml" Id="R544710cc99334a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876d3064354349" /><Relationship Type="http://schemas.openxmlformats.org/officeDocument/2006/relationships/notesMaster" Target="/ppt/notesMasters/notesMaster1.xml" Id="Ra58d6c0d511f42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a01434be4a4938" /><Relationship Type="http://schemas.openxmlformats.org/officeDocument/2006/relationships/notesMaster" Target="/ppt/notesMasters/notesMaster1.xml" Id="Rda76d1594aa548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fb3db2c5f248c7" /><Relationship Type="http://schemas.openxmlformats.org/officeDocument/2006/relationships/notesMaster" Target="/ppt/notesMasters/notesMaster1.xml" Id="R3ccb5bcbf7b0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63a0d8caa450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06c619b0aff4462" /><Relationship Type="http://schemas.openxmlformats.org/officeDocument/2006/relationships/slideLayout" Target="/ppt/slideLayouts/slideLayout2.xml" Id="Re35341b7ab5c4e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341b7ab5c4e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ab752e357841ca" /><Relationship Type="http://schemas.openxmlformats.org/officeDocument/2006/relationships/image" Target="/ppt/media/image.bin" Id="R45ee2f336d334bae" /><Relationship Type="http://schemas.openxmlformats.org/officeDocument/2006/relationships/notesSlide" Target="/ppt/notesSlides/notesSlide1.xml" Id="R14fc7f319c0a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98967142cf420f" /><Relationship Type="http://schemas.openxmlformats.org/officeDocument/2006/relationships/image" Target="/ppt/media/image2.bin" Id="R527f348d419c45b9" /><Relationship Type="http://schemas.openxmlformats.org/officeDocument/2006/relationships/notesSlide" Target="/ppt/notesSlides/notesSlide2.xml" Id="Raae8656e15fd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58c64b222a4a0b" /><Relationship Type="http://schemas.openxmlformats.org/officeDocument/2006/relationships/image" Target="/ppt/media/image3.bin" Id="Re44dec10b6f64406" /><Relationship Type="http://schemas.openxmlformats.org/officeDocument/2006/relationships/notesSlide" Target="/ppt/notesSlides/notesSlide3.xml" Id="R0c62a16920374d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dd8d959f0f4c7a" /><Relationship Type="http://schemas.openxmlformats.org/officeDocument/2006/relationships/image" Target="/ppt/media/image4.bin" Id="R59435c1ccc5f4715" /><Relationship Type="http://schemas.openxmlformats.org/officeDocument/2006/relationships/notesSlide" Target="/ppt/notesSlides/notesSlide4.xml" Id="Rdb5f471ca0094a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337adb0474f14" /><Relationship Type="http://schemas.openxmlformats.org/officeDocument/2006/relationships/image" Target="/ppt/media/image5.bin" Id="R3e57f9a6e9b54064" /><Relationship Type="http://schemas.openxmlformats.org/officeDocument/2006/relationships/notesSlide" Target="/ppt/notesSlides/notesSlide5.xml" Id="R19276bf31e7a4c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7133a545c4db4" /><Relationship Type="http://schemas.openxmlformats.org/officeDocument/2006/relationships/image" Target="/ppt/media/image6.bin" Id="Rcca93541dcd1494b" /><Relationship Type="http://schemas.openxmlformats.org/officeDocument/2006/relationships/notesSlide" Target="/ppt/notesSlides/notesSlide6.xml" Id="Rac40d012dbd749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8e91b60854a99" /><Relationship Type="http://schemas.openxmlformats.org/officeDocument/2006/relationships/image" Target="/ppt/media/image7.bin" Id="Rede6c3bff44a4ac2" /><Relationship Type="http://schemas.openxmlformats.org/officeDocument/2006/relationships/notesSlide" Target="/ppt/notesSlides/notesSlide7.xml" Id="R12945c982d064d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a35593a0240ef" /><Relationship Type="http://schemas.openxmlformats.org/officeDocument/2006/relationships/image" Target="/ppt/media/image8.bin" Id="R21ba21f858dc460c" /><Relationship Type="http://schemas.openxmlformats.org/officeDocument/2006/relationships/notesSlide" Target="/ppt/notesSlides/notesSlide8.xml" Id="R05884abe2bc4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724bcb52e4e74" /><Relationship Type="http://schemas.openxmlformats.org/officeDocument/2006/relationships/image" Target="/ppt/media/image9.bin" Id="Rab7ce0260a2e438f" /><Relationship Type="http://schemas.openxmlformats.org/officeDocument/2006/relationships/notesSlide" Target="/ppt/notesSlides/notesSlide9.xml" Id="R6e0047e7951848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da9eac21d4a85" /><Relationship Type="http://schemas.openxmlformats.org/officeDocument/2006/relationships/image" Target="/ppt/media/image10.bin" Id="Rdcac83674a6c4f82" /><Relationship Type="http://schemas.openxmlformats.org/officeDocument/2006/relationships/notesSlide" Target="/ppt/notesSlides/notesSlide10.xml" Id="Ra46864c664034c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8c717491a4a0c" /><Relationship Type="http://schemas.openxmlformats.org/officeDocument/2006/relationships/image" Target="/ppt/media/image11.bin" Id="R86e3a645f4184964" /><Relationship Type="http://schemas.openxmlformats.org/officeDocument/2006/relationships/notesSlide" Target="/ppt/notesSlides/notesSlide11.xml" Id="R3616658fa6e94e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50203f42294fdf" /><Relationship Type="http://schemas.openxmlformats.org/officeDocument/2006/relationships/image" Target="/ppt/media/image12.bin" Id="R72615939b3fb4952" /><Relationship Type="http://schemas.openxmlformats.org/officeDocument/2006/relationships/notesSlide" Target="/ppt/notesSlides/notesSlide12.xml" Id="R77449bf82d4f49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7761e12a243c4" /><Relationship Type="http://schemas.openxmlformats.org/officeDocument/2006/relationships/image" Target="/ppt/media/image13.bin" Id="R6b687e697958434f" /><Relationship Type="http://schemas.openxmlformats.org/officeDocument/2006/relationships/notesSlide" Target="/ppt/notesSlides/notesSlide13.xml" Id="Rfe7b573d99444a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00299affa4f91" /><Relationship Type="http://schemas.openxmlformats.org/officeDocument/2006/relationships/image" Target="/ppt/media/image14.bin" Id="Rd6d71b87a517494e" /><Relationship Type="http://schemas.openxmlformats.org/officeDocument/2006/relationships/notesSlide" Target="/ppt/notesSlides/notesSlide14.xml" Id="Rc4ecccfdf0274b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d47ccdb574838" /><Relationship Type="http://schemas.openxmlformats.org/officeDocument/2006/relationships/image" Target="/ppt/media/image15.bin" Id="Rd43923c33bb34c52" /><Relationship Type="http://schemas.openxmlformats.org/officeDocument/2006/relationships/notesSlide" Target="/ppt/notesSlides/notesSlide15.xml" Id="R85472ddf9d5a40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968496faa548b0" /><Relationship Type="http://schemas.openxmlformats.org/officeDocument/2006/relationships/image" Target="/ppt/media/image16.bin" Id="R1294ed748532495d" /><Relationship Type="http://schemas.openxmlformats.org/officeDocument/2006/relationships/notesSlide" Target="/ppt/notesSlides/notesSlide16.xml" Id="R9c7fa8fbe66c41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f403b7b36493d" /><Relationship Type="http://schemas.openxmlformats.org/officeDocument/2006/relationships/image" Target="/ppt/media/image17.bin" Id="Rdc5af039fc104133" /><Relationship Type="http://schemas.openxmlformats.org/officeDocument/2006/relationships/notesSlide" Target="/ppt/notesSlides/notesSlide17.xml" Id="R1afcfac5c54e4b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80e6cff7c1478d" /><Relationship Type="http://schemas.openxmlformats.org/officeDocument/2006/relationships/image" Target="/ppt/media/image18.bin" Id="Rcc1ab145ad8f4fa7" /><Relationship Type="http://schemas.openxmlformats.org/officeDocument/2006/relationships/notesSlide" Target="/ppt/notesSlides/notesSlide18.xml" Id="R5d6161c61e6746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2f336d334b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684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f348d419c45b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376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dec10b6f6440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102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35c1ccc5f47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433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7f9a6e9b540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488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93541dcd149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39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6c3bff44a4ac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681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a21f858dc46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32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ce0260a2e43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930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c83674a6c4f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3a645f41849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56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15939b3fb49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660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87e69795843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178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71b87a517494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063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923c33bb34c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03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4ed74853249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4677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af039fc1041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985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b145ad8f4f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57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2026-05-26T14:02:52.9980000Z</dcterms:created>
  <dcterms:modified xsi:type="dcterms:W3CDTF">2026-05-26T14:02:52.9980000Z</dcterms:modified>
</coreProperties>
</file>