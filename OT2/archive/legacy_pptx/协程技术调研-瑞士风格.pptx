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28916a44e44a3" /><Relationship Type="http://schemas.openxmlformats.org/officeDocument/2006/relationships/extended-properties" Target="/docProps/app.xml" Id="Rf1bdc8faf631469d" /><Relationship Type="http://schemas.openxmlformats.org/officeDocument/2006/relationships/officeDocument" Target="/ppt/presentation.xml" Id="R6baa8d8d423d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590878d5e4755"/>
  </p:sldMasterIdLst>
  <p:notesMasterIdLst>
    <p:notesMasterId xmlns:r="http://schemas.openxmlformats.org/officeDocument/2006/relationships" r:id="R4ba976d10a9a45cf"/>
  </p:notesMasterIdLst>
  <p:sldIdLst>
    <p:sldId xmlns:r="http://schemas.openxmlformats.org/officeDocument/2006/relationships" id="256" r:id="R676f6deae0af46da"/>
    <p:sldId xmlns:r="http://schemas.openxmlformats.org/officeDocument/2006/relationships" id="257" r:id="Rd7db89fc6d3d4984"/>
    <p:sldId xmlns:r="http://schemas.openxmlformats.org/officeDocument/2006/relationships" id="258" r:id="Rfbe4d4be70234058"/>
    <p:sldId xmlns:r="http://schemas.openxmlformats.org/officeDocument/2006/relationships" id="259" r:id="R964024aff669421d"/>
    <p:sldId xmlns:r="http://schemas.openxmlformats.org/officeDocument/2006/relationships" id="260" r:id="Rcff975b486ef4c2c"/>
    <p:sldId xmlns:r="http://schemas.openxmlformats.org/officeDocument/2006/relationships" id="261" r:id="R18b9a41a56cf4238"/>
    <p:sldId xmlns:r="http://schemas.openxmlformats.org/officeDocument/2006/relationships" id="262" r:id="R46cec1a56ab84db2"/>
    <p:sldId xmlns:r="http://schemas.openxmlformats.org/officeDocument/2006/relationships" id="263" r:id="Rc0d5aad179db49ac"/>
    <p:sldId xmlns:r="http://schemas.openxmlformats.org/officeDocument/2006/relationships" id="264" r:id="R275072c2e75d463b"/>
    <p:sldId xmlns:r="http://schemas.openxmlformats.org/officeDocument/2006/relationships" id="265" r:id="Re7a8295c0cc2415c"/>
    <p:sldId xmlns:r="http://schemas.openxmlformats.org/officeDocument/2006/relationships" id="266" r:id="R192c0feb209e4600"/>
    <p:sldId xmlns:r="http://schemas.openxmlformats.org/officeDocument/2006/relationships" id="267" r:id="Rb31fa13208da4d8f"/>
    <p:sldId xmlns:r="http://schemas.openxmlformats.org/officeDocument/2006/relationships" id="268" r:id="Rdec50ff7d9e34c82"/>
    <p:sldId xmlns:r="http://schemas.openxmlformats.org/officeDocument/2006/relationships" id="269" r:id="R7f5e51f9a4a84fde"/>
    <p:sldId xmlns:r="http://schemas.openxmlformats.org/officeDocument/2006/relationships" id="270" r:id="R60e99844f60a46b9"/>
    <p:sldId xmlns:r="http://schemas.openxmlformats.org/officeDocument/2006/relationships" id="271" r:id="Rc4ab241fbaa2484d"/>
    <p:sldId xmlns:r="http://schemas.openxmlformats.org/officeDocument/2006/relationships" id="272" r:id="Rfad961da2c7946bd"/>
    <p:sldId xmlns:r="http://schemas.openxmlformats.org/officeDocument/2006/relationships" id="273" r:id="R181cb2ff588c42b0"/>
    <p:sldId xmlns:r="http://schemas.openxmlformats.org/officeDocument/2006/relationships" id="274" r:id="R1fde878b02a848b2"/>
    <p:sldId xmlns:r="http://schemas.openxmlformats.org/officeDocument/2006/relationships" id="275" r:id="R18d6a1cc584344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024a592fe24dd2" /><Relationship Type="http://schemas.openxmlformats.org/officeDocument/2006/relationships/slideMaster" Target="/ppt/slideMasters/slideMaster1.xml" Id="R520590878d5e4755" /><Relationship Type="http://schemas.openxmlformats.org/officeDocument/2006/relationships/notesMaster" Target="/ppt/notesMasters/notesMaster1.xml" Id="R4ba976d10a9a45cf" /><Relationship Type="http://schemas.openxmlformats.org/officeDocument/2006/relationships/presProps" Target="/ppt/presProps.xml" Id="R266e71659ebe47c2" /><Relationship Type="http://schemas.openxmlformats.org/officeDocument/2006/relationships/viewProps" Target="/ppt/viewProps.xml" Id="R1da2a8662a254921" /><Relationship Type="http://schemas.openxmlformats.org/officeDocument/2006/relationships/tableStyles" Target="/ppt/tableStyles.xml" Id="R0cc8fd3efa4848cb" /><Relationship Type="http://schemas.openxmlformats.org/officeDocument/2006/relationships/slide" Target="/ppt/slides/slide1.xml" Id="R676f6deae0af46da" /><Relationship Type="http://schemas.openxmlformats.org/officeDocument/2006/relationships/slide" Target="/ppt/slides/slide2.xml" Id="Rd7db89fc6d3d4984" /><Relationship Type="http://schemas.openxmlformats.org/officeDocument/2006/relationships/slide" Target="/ppt/slides/slide3.xml" Id="Rfbe4d4be70234058" /><Relationship Type="http://schemas.openxmlformats.org/officeDocument/2006/relationships/slide" Target="/ppt/slides/slide4.xml" Id="R964024aff669421d" /><Relationship Type="http://schemas.openxmlformats.org/officeDocument/2006/relationships/slide" Target="/ppt/slides/slide5.xml" Id="Rcff975b486ef4c2c" /><Relationship Type="http://schemas.openxmlformats.org/officeDocument/2006/relationships/slide" Target="/ppt/slides/slide6.xml" Id="R18b9a41a56cf4238" /><Relationship Type="http://schemas.openxmlformats.org/officeDocument/2006/relationships/slide" Target="/ppt/slides/slide7.xml" Id="R46cec1a56ab84db2" /><Relationship Type="http://schemas.openxmlformats.org/officeDocument/2006/relationships/slide" Target="/ppt/slides/slide8.xml" Id="Rc0d5aad179db49ac" /><Relationship Type="http://schemas.openxmlformats.org/officeDocument/2006/relationships/slide" Target="/ppt/slides/slide9.xml" Id="R275072c2e75d463b" /><Relationship Type="http://schemas.openxmlformats.org/officeDocument/2006/relationships/slide" Target="/ppt/slides/slide10.xml" Id="Re7a8295c0cc2415c" /><Relationship Type="http://schemas.openxmlformats.org/officeDocument/2006/relationships/slide" Target="/ppt/slides/slide11.xml" Id="R192c0feb209e4600" /><Relationship Type="http://schemas.openxmlformats.org/officeDocument/2006/relationships/slide" Target="/ppt/slides/slide12.xml" Id="Rb31fa13208da4d8f" /><Relationship Type="http://schemas.openxmlformats.org/officeDocument/2006/relationships/slide" Target="/ppt/slides/slide13.xml" Id="Rdec50ff7d9e34c82" /><Relationship Type="http://schemas.openxmlformats.org/officeDocument/2006/relationships/slide" Target="/ppt/slides/slide14.xml" Id="R7f5e51f9a4a84fde" /><Relationship Type="http://schemas.openxmlformats.org/officeDocument/2006/relationships/slide" Target="/ppt/slides/slide15.xml" Id="R60e99844f60a46b9" /><Relationship Type="http://schemas.openxmlformats.org/officeDocument/2006/relationships/slide" Target="/ppt/slides/slide16.xml" Id="Rc4ab241fbaa2484d" /><Relationship Type="http://schemas.openxmlformats.org/officeDocument/2006/relationships/slide" Target="/ppt/slides/slide17.xml" Id="Rfad961da2c7946bd" /><Relationship Type="http://schemas.openxmlformats.org/officeDocument/2006/relationships/slide" Target="/ppt/slides/slide18.xml" Id="R181cb2ff588c42b0" /><Relationship Type="http://schemas.openxmlformats.org/officeDocument/2006/relationships/slide" Target="/ppt/slides/slide19.xml" Id="R1fde878b02a848b2" /><Relationship Type="http://schemas.openxmlformats.org/officeDocument/2006/relationships/slide" Target="/ppt/slides/slide20.xml" Id="R18d6a1cc5843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2c546582ab4b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56c4a1de5b4899" /><Relationship Type="http://schemas.openxmlformats.org/officeDocument/2006/relationships/notesMaster" Target="/ppt/notesMasters/notesMaster1.xml" Id="R84ee18c7b28c4d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63bde284b14b0a" /><Relationship Type="http://schemas.openxmlformats.org/officeDocument/2006/relationships/notesMaster" Target="/ppt/notesMasters/notesMaster1.xml" Id="R0f8e14b69ac449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423b66219e4a31" /><Relationship Type="http://schemas.openxmlformats.org/officeDocument/2006/relationships/notesMaster" Target="/ppt/notesMasters/notesMaster1.xml" Id="Rcfef2857849d4f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ac669e55b24229" /><Relationship Type="http://schemas.openxmlformats.org/officeDocument/2006/relationships/notesMaster" Target="/ppt/notesMasters/notesMaster1.xml" Id="Raedf4f2479e4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9bebe33931428a" /><Relationship Type="http://schemas.openxmlformats.org/officeDocument/2006/relationships/notesMaster" Target="/ppt/notesMasters/notesMaster1.xml" Id="Rb0f6fb80f0df4c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bbc66fc85a442f" /><Relationship Type="http://schemas.openxmlformats.org/officeDocument/2006/relationships/notesMaster" Target="/ppt/notesMasters/notesMaster1.xml" Id="Rd3457f4b9f1e44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eec8bce90403e" /><Relationship Type="http://schemas.openxmlformats.org/officeDocument/2006/relationships/notesMaster" Target="/ppt/notesMasters/notesMaster1.xml" Id="R7d22972abc654f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7497848213417f" /><Relationship Type="http://schemas.openxmlformats.org/officeDocument/2006/relationships/notesMaster" Target="/ppt/notesMasters/notesMaster1.xml" Id="R28db1122d1a24c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d5a6d97b624a9d" /><Relationship Type="http://schemas.openxmlformats.org/officeDocument/2006/relationships/notesMaster" Target="/ppt/notesMasters/notesMaster1.xml" Id="Rf4c9586d608d43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8260ce10c94ae1" /><Relationship Type="http://schemas.openxmlformats.org/officeDocument/2006/relationships/notesMaster" Target="/ppt/notesMasters/notesMaster1.xml" Id="Ra90935658fa540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290a0351a3400b" /><Relationship Type="http://schemas.openxmlformats.org/officeDocument/2006/relationships/notesMaster" Target="/ppt/notesMasters/notesMaster1.xml" Id="R6e95be6f7dd547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86f28dd1284bdb" /><Relationship Type="http://schemas.openxmlformats.org/officeDocument/2006/relationships/notesMaster" Target="/ppt/notesMasters/notesMaster1.xml" Id="R9fbe9eb8365e41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76065591674ea1" /><Relationship Type="http://schemas.openxmlformats.org/officeDocument/2006/relationships/notesMaster" Target="/ppt/notesMasters/notesMaster1.xml" Id="Rd588a8d7c4be47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e05fc97879405e" /><Relationship Type="http://schemas.openxmlformats.org/officeDocument/2006/relationships/notesMaster" Target="/ppt/notesMasters/notesMaster1.xml" Id="R569b83103b124e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a702bd5c844a4d" /><Relationship Type="http://schemas.openxmlformats.org/officeDocument/2006/relationships/notesMaster" Target="/ppt/notesMasters/notesMaster1.xml" Id="R43da50cde2d243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d41ce14d774822" /><Relationship Type="http://schemas.openxmlformats.org/officeDocument/2006/relationships/notesMaster" Target="/ppt/notesMasters/notesMaster1.xml" Id="R518ea0685a014d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8822857ef44676" /><Relationship Type="http://schemas.openxmlformats.org/officeDocument/2006/relationships/notesMaster" Target="/ppt/notesMasters/notesMaster1.xml" Id="R1927bbb66d3743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9aa0d80daf496b" /><Relationship Type="http://schemas.openxmlformats.org/officeDocument/2006/relationships/notesMaster" Target="/ppt/notesMasters/notesMaster1.xml" Id="R764d6966cbd54b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8c3f2937794b3b" /><Relationship Type="http://schemas.openxmlformats.org/officeDocument/2006/relationships/notesMaster" Target="/ppt/notesMasters/notesMaster1.xml" Id="R247d28c8dd5f4c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a40ef88d634ff8" /><Relationship Type="http://schemas.openxmlformats.org/officeDocument/2006/relationships/notesMaster" Target="/ppt/notesMasters/notesMaster1.xml" Id="Rafaf55c955134b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7c91608c04e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78b15981ba4eaf" /><Relationship Type="http://schemas.openxmlformats.org/officeDocument/2006/relationships/slideLayout" Target="/ppt/slideLayouts/slideLayout1.xml" Id="R1494ec99c82f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94ec99c82f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1f1db1dc64c40" /><Relationship Type="http://schemas.openxmlformats.org/officeDocument/2006/relationships/image" Target="/ppt/media/image.bin" Id="Re688e4ae69f94988" /><Relationship Type="http://schemas.openxmlformats.org/officeDocument/2006/relationships/notesSlide" Target="/ppt/notesSlides/notesSlide1.xml" Id="R6d09f90f70874d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f16a38b7b469b" /><Relationship Type="http://schemas.openxmlformats.org/officeDocument/2006/relationships/image" Target="/ppt/media/image2.bin" Id="R9c8ef8a82b234a88" /><Relationship Type="http://schemas.openxmlformats.org/officeDocument/2006/relationships/notesSlide" Target="/ppt/notesSlides/notesSlide2.xml" Id="R3e8acd18ad054f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bb1edbc7845b2" /><Relationship Type="http://schemas.openxmlformats.org/officeDocument/2006/relationships/image" Target="/ppt/media/image3.bin" Id="R7ae9e78e2f084472" /><Relationship Type="http://schemas.openxmlformats.org/officeDocument/2006/relationships/notesSlide" Target="/ppt/notesSlides/notesSlide3.xml" Id="Rb7dfac262c7848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3732206a24619" /><Relationship Type="http://schemas.openxmlformats.org/officeDocument/2006/relationships/image" Target="/ppt/media/image4.bin" Id="Rcef62a19dad14421" /><Relationship Type="http://schemas.openxmlformats.org/officeDocument/2006/relationships/notesSlide" Target="/ppt/notesSlides/notesSlide4.xml" Id="R4aebe18dfe8d42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bf9e6af654b8c" /><Relationship Type="http://schemas.openxmlformats.org/officeDocument/2006/relationships/image" Target="/ppt/media/image5.bin" Id="Rabe5fe4447464727" /><Relationship Type="http://schemas.openxmlformats.org/officeDocument/2006/relationships/notesSlide" Target="/ppt/notesSlides/notesSlide5.xml" Id="R4aab1579367345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26b9d344c42df" /><Relationship Type="http://schemas.openxmlformats.org/officeDocument/2006/relationships/image" Target="/ppt/media/image6.bin" Id="Rfc5d1e017e824e9b" /><Relationship Type="http://schemas.openxmlformats.org/officeDocument/2006/relationships/notesSlide" Target="/ppt/notesSlides/notesSlide6.xml" Id="R5ff9c9859aca49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ebe9b876a49d2" /><Relationship Type="http://schemas.openxmlformats.org/officeDocument/2006/relationships/image" Target="/ppt/media/image7.bin" Id="Rafbf54c3ef254aa7" /><Relationship Type="http://schemas.openxmlformats.org/officeDocument/2006/relationships/notesSlide" Target="/ppt/notesSlides/notesSlide7.xml" Id="Rc5357d3205104d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908d920464ef2" /><Relationship Type="http://schemas.openxmlformats.org/officeDocument/2006/relationships/image" Target="/ppt/media/image8.bin" Id="Rdc9adbbe0fe1468a" /><Relationship Type="http://schemas.openxmlformats.org/officeDocument/2006/relationships/notesSlide" Target="/ppt/notesSlides/notesSlide8.xml" Id="Ra6849977ba534a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e74d42e444b65" /><Relationship Type="http://schemas.openxmlformats.org/officeDocument/2006/relationships/image" Target="/ppt/media/image9.bin" Id="Raf244ea767e74b4b" /><Relationship Type="http://schemas.openxmlformats.org/officeDocument/2006/relationships/notesSlide" Target="/ppt/notesSlides/notesSlide9.xml" Id="R6ca569c7d6ba4a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1a8ffa48b4fc2" /><Relationship Type="http://schemas.openxmlformats.org/officeDocument/2006/relationships/image" Target="/ppt/media/image10.bin" Id="R21cea767e8ee4d48" /><Relationship Type="http://schemas.openxmlformats.org/officeDocument/2006/relationships/notesSlide" Target="/ppt/notesSlides/notesSlide10.xml" Id="Rb2fd180e62f84b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d4fe207ed45ad" /><Relationship Type="http://schemas.openxmlformats.org/officeDocument/2006/relationships/image" Target="/ppt/media/image11.bin" Id="R42733e0f1a0246b9" /><Relationship Type="http://schemas.openxmlformats.org/officeDocument/2006/relationships/notesSlide" Target="/ppt/notesSlides/notesSlide11.xml" Id="Rf820f353b09a41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5a2ca17d94863" /><Relationship Type="http://schemas.openxmlformats.org/officeDocument/2006/relationships/image" Target="/ppt/media/image12.bin" Id="Rbc02773731904cf7" /><Relationship Type="http://schemas.openxmlformats.org/officeDocument/2006/relationships/notesSlide" Target="/ppt/notesSlides/notesSlide12.xml" Id="R8ffb21bfb73d40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4f5508010426c" /><Relationship Type="http://schemas.openxmlformats.org/officeDocument/2006/relationships/image" Target="/ppt/media/image13.bin" Id="R6998ba8ad0064513" /><Relationship Type="http://schemas.openxmlformats.org/officeDocument/2006/relationships/notesSlide" Target="/ppt/notesSlides/notesSlide13.xml" Id="R5000f0eac5f14e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6213395a64a01" /><Relationship Type="http://schemas.openxmlformats.org/officeDocument/2006/relationships/image" Target="/ppt/media/image14.bin" Id="Re3e343d8d9584f30" /><Relationship Type="http://schemas.openxmlformats.org/officeDocument/2006/relationships/notesSlide" Target="/ppt/notesSlides/notesSlide14.xml" Id="R4d699fc576a247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dec22bf89439d" /><Relationship Type="http://schemas.openxmlformats.org/officeDocument/2006/relationships/image" Target="/ppt/media/image15.bin" Id="Rf1076f4cf08840fd" /><Relationship Type="http://schemas.openxmlformats.org/officeDocument/2006/relationships/notesSlide" Target="/ppt/notesSlides/notesSlide15.xml" Id="R4adcb411f7aa4b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82c0d943e45df" /><Relationship Type="http://schemas.openxmlformats.org/officeDocument/2006/relationships/image" Target="/ppt/media/image16.bin" Id="Rc9ae5a8c9a784334" /><Relationship Type="http://schemas.openxmlformats.org/officeDocument/2006/relationships/notesSlide" Target="/ppt/notesSlides/notesSlide16.xml" Id="Rac424c31899e45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37a519c4a464f" /><Relationship Type="http://schemas.openxmlformats.org/officeDocument/2006/relationships/image" Target="/ppt/media/image17.bin" Id="R5cccae59e2904810" /><Relationship Type="http://schemas.openxmlformats.org/officeDocument/2006/relationships/notesSlide" Target="/ppt/notesSlides/notesSlide17.xml" Id="Rae4d9fda889441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413b1d2f346f9" /><Relationship Type="http://schemas.openxmlformats.org/officeDocument/2006/relationships/image" Target="/ppt/media/image18.bin" Id="R0a65fc1e7da44f8d" /><Relationship Type="http://schemas.openxmlformats.org/officeDocument/2006/relationships/notesSlide" Target="/ppt/notesSlides/notesSlide18.xml" Id="Rba2398e8f0714e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26035d01a439d" /><Relationship Type="http://schemas.openxmlformats.org/officeDocument/2006/relationships/image" Target="/ppt/media/image19.bin" Id="Raf5d0c11467043c5" /><Relationship Type="http://schemas.openxmlformats.org/officeDocument/2006/relationships/notesSlide" Target="/ppt/notesSlides/notesSlide19.xml" Id="Rf90557655d104b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5325886654d6a" /><Relationship Type="http://schemas.openxmlformats.org/officeDocument/2006/relationships/image" Target="/ppt/media/image20.bin" Id="Reeea2ce53fb74ff0" /><Relationship Type="http://schemas.openxmlformats.org/officeDocument/2006/relationships/notesSlide" Target="/ppt/notesSlides/notesSlide20.xml" Id="R390ad25e7a5347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8e4ae69f949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733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ef8a82b234a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997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9e78e2f08447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522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62a19dad1442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866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5fe444746472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677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d1e017e824e9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489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f54c3ef254a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530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adbbe0fe1468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038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44ea767e74b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646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ea767e8ee4d4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728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33e0f1a0246b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267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2773731904cf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59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8ba8ad006451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6151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343d8d9584f3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606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76f4cf08840f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700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e5a8c9a78433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68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cae59e290481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1034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5fc1e7da44f8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8530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d0c11467043c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1937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a2ce53fb74f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82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2026-06-04T11:33:31.8720000Z</dcterms:created>
  <dcterms:modified xsi:type="dcterms:W3CDTF">2026-06-04T11:33:31.8720000Z</dcterms:modified>
</coreProperties>
</file>