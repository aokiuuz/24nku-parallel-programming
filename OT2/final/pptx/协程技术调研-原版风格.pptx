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dc75a90cc84668" /><Relationship Type="http://schemas.openxmlformats.org/officeDocument/2006/relationships/extended-properties" Target="/docProps/app.xml" Id="Ra4f7e5b193b7437e" /><Relationship Type="http://schemas.openxmlformats.org/officeDocument/2006/relationships/officeDocument" Target="/ppt/presentation.xml" Id="Re2ee4cae5ca74d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9f8fb90a2d4f13"/>
  </p:sldMasterIdLst>
  <p:notesMasterIdLst>
    <p:notesMasterId xmlns:r="http://schemas.openxmlformats.org/officeDocument/2006/relationships" r:id="Rcb874e9bdc6b4088"/>
  </p:notesMasterIdLst>
  <p:sldIdLst>
    <p:sldId xmlns:r="http://schemas.openxmlformats.org/officeDocument/2006/relationships" id="256" r:id="R45fd0d6fbe924b99"/>
    <p:sldId xmlns:r="http://schemas.openxmlformats.org/officeDocument/2006/relationships" id="257" r:id="R92d0c7a0404845dc"/>
    <p:sldId xmlns:r="http://schemas.openxmlformats.org/officeDocument/2006/relationships" id="258" r:id="R046e776c91874515"/>
    <p:sldId xmlns:r="http://schemas.openxmlformats.org/officeDocument/2006/relationships" id="259" r:id="Re37ae8c345f74cd4"/>
    <p:sldId xmlns:r="http://schemas.openxmlformats.org/officeDocument/2006/relationships" id="260" r:id="Re68b6f879ec4443b"/>
    <p:sldId xmlns:r="http://schemas.openxmlformats.org/officeDocument/2006/relationships" id="261" r:id="Ra5464653d28245f5"/>
    <p:sldId xmlns:r="http://schemas.openxmlformats.org/officeDocument/2006/relationships" id="262" r:id="R1bd0cdb1e20a4cf9"/>
    <p:sldId xmlns:r="http://schemas.openxmlformats.org/officeDocument/2006/relationships" id="263" r:id="R83c85207c7b94d2a"/>
    <p:sldId xmlns:r="http://schemas.openxmlformats.org/officeDocument/2006/relationships" id="264" r:id="R11fcd6fa2bb24e40"/>
    <p:sldId xmlns:r="http://schemas.openxmlformats.org/officeDocument/2006/relationships" id="265" r:id="R65e60d8e0f244c09"/>
    <p:sldId xmlns:r="http://schemas.openxmlformats.org/officeDocument/2006/relationships" id="266" r:id="Rc9159dc9532e49af"/>
    <p:sldId xmlns:r="http://schemas.openxmlformats.org/officeDocument/2006/relationships" id="267" r:id="Re675602cd60c4008"/>
    <p:sldId xmlns:r="http://schemas.openxmlformats.org/officeDocument/2006/relationships" id="268" r:id="Rbd2d3774ae844ab8"/>
    <p:sldId xmlns:r="http://schemas.openxmlformats.org/officeDocument/2006/relationships" id="269" r:id="R6ff05715de0e4abc"/>
    <p:sldId xmlns:r="http://schemas.openxmlformats.org/officeDocument/2006/relationships" id="270" r:id="R9983b9dae6f84219"/>
    <p:sldId xmlns:r="http://schemas.openxmlformats.org/officeDocument/2006/relationships" id="271" r:id="Rfc885b0234ba4925"/>
    <p:sldId xmlns:r="http://schemas.openxmlformats.org/officeDocument/2006/relationships" id="272" r:id="Rde71f25de5694c8b"/>
    <p:sldId xmlns:r="http://schemas.openxmlformats.org/officeDocument/2006/relationships" id="273" r:id="R575c86ce1b7b4d78"/>
    <p:sldId xmlns:r="http://schemas.openxmlformats.org/officeDocument/2006/relationships" id="274" r:id="R42e1698a16224aae"/>
    <p:sldId xmlns:r="http://schemas.openxmlformats.org/officeDocument/2006/relationships" id="275" r:id="Ra8cfb3027c6c4a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1a4e1011964c43" /><Relationship Type="http://schemas.openxmlformats.org/officeDocument/2006/relationships/slideMaster" Target="/ppt/slideMasters/slideMaster1.xml" Id="R419f8fb90a2d4f13" /><Relationship Type="http://schemas.openxmlformats.org/officeDocument/2006/relationships/notesMaster" Target="/ppt/notesMasters/notesMaster1.xml" Id="Rcb874e9bdc6b4088" /><Relationship Type="http://schemas.openxmlformats.org/officeDocument/2006/relationships/presProps" Target="/ppt/presProps.xml" Id="R0b5efd18d0404e92" /><Relationship Type="http://schemas.openxmlformats.org/officeDocument/2006/relationships/viewProps" Target="/ppt/viewProps.xml" Id="Rfcacdf39e8854a5a" /><Relationship Type="http://schemas.openxmlformats.org/officeDocument/2006/relationships/tableStyles" Target="/ppt/tableStyles.xml" Id="R529943a50bfa435b" /><Relationship Type="http://schemas.openxmlformats.org/officeDocument/2006/relationships/slide" Target="/ppt/slides/slide1.xml" Id="R45fd0d6fbe924b99" /><Relationship Type="http://schemas.openxmlformats.org/officeDocument/2006/relationships/slide" Target="/ppt/slides/slide2.xml" Id="R92d0c7a0404845dc" /><Relationship Type="http://schemas.openxmlformats.org/officeDocument/2006/relationships/slide" Target="/ppt/slides/slide3.xml" Id="R046e776c91874515" /><Relationship Type="http://schemas.openxmlformats.org/officeDocument/2006/relationships/slide" Target="/ppt/slides/slide4.xml" Id="Re37ae8c345f74cd4" /><Relationship Type="http://schemas.openxmlformats.org/officeDocument/2006/relationships/slide" Target="/ppt/slides/slide5.xml" Id="Re68b6f879ec4443b" /><Relationship Type="http://schemas.openxmlformats.org/officeDocument/2006/relationships/slide" Target="/ppt/slides/slide6.xml" Id="Ra5464653d28245f5" /><Relationship Type="http://schemas.openxmlformats.org/officeDocument/2006/relationships/slide" Target="/ppt/slides/slide7.xml" Id="R1bd0cdb1e20a4cf9" /><Relationship Type="http://schemas.openxmlformats.org/officeDocument/2006/relationships/slide" Target="/ppt/slides/slide8.xml" Id="R83c85207c7b94d2a" /><Relationship Type="http://schemas.openxmlformats.org/officeDocument/2006/relationships/slide" Target="/ppt/slides/slide9.xml" Id="R11fcd6fa2bb24e40" /><Relationship Type="http://schemas.openxmlformats.org/officeDocument/2006/relationships/slide" Target="/ppt/slides/slide10.xml" Id="R65e60d8e0f244c09" /><Relationship Type="http://schemas.openxmlformats.org/officeDocument/2006/relationships/slide" Target="/ppt/slides/slide11.xml" Id="Rc9159dc9532e49af" /><Relationship Type="http://schemas.openxmlformats.org/officeDocument/2006/relationships/slide" Target="/ppt/slides/slide12.xml" Id="Re675602cd60c4008" /><Relationship Type="http://schemas.openxmlformats.org/officeDocument/2006/relationships/slide" Target="/ppt/slides/slide13.xml" Id="Rbd2d3774ae844ab8" /><Relationship Type="http://schemas.openxmlformats.org/officeDocument/2006/relationships/slide" Target="/ppt/slides/slide14.xml" Id="R6ff05715de0e4abc" /><Relationship Type="http://schemas.openxmlformats.org/officeDocument/2006/relationships/slide" Target="/ppt/slides/slide15.xml" Id="R9983b9dae6f84219" /><Relationship Type="http://schemas.openxmlformats.org/officeDocument/2006/relationships/slide" Target="/ppt/slides/slide16.xml" Id="Rfc885b0234ba4925" /><Relationship Type="http://schemas.openxmlformats.org/officeDocument/2006/relationships/slide" Target="/ppt/slides/slide17.xml" Id="Rde71f25de5694c8b" /><Relationship Type="http://schemas.openxmlformats.org/officeDocument/2006/relationships/slide" Target="/ppt/slides/slide18.xml" Id="R575c86ce1b7b4d78" /><Relationship Type="http://schemas.openxmlformats.org/officeDocument/2006/relationships/slide" Target="/ppt/slides/slide19.xml" Id="R42e1698a16224aae" /><Relationship Type="http://schemas.openxmlformats.org/officeDocument/2006/relationships/slide" Target="/ppt/slides/slide20.xml" Id="Ra8cfb3027c6c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84eb8b74ea4f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6f99fd5c5b45d8" /><Relationship Type="http://schemas.openxmlformats.org/officeDocument/2006/relationships/notesMaster" Target="/ppt/notesMasters/notesMaster1.xml" Id="Re7b07f5c5f7748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b0bf79634e49d4" /><Relationship Type="http://schemas.openxmlformats.org/officeDocument/2006/relationships/notesMaster" Target="/ppt/notesMasters/notesMaster1.xml" Id="Rfcc282b472804d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9d95c2cbff451a" /><Relationship Type="http://schemas.openxmlformats.org/officeDocument/2006/relationships/notesMaster" Target="/ppt/notesMasters/notesMaster1.xml" Id="R4fd25ebcb5124f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d488d13f0143a1" /><Relationship Type="http://schemas.openxmlformats.org/officeDocument/2006/relationships/notesMaster" Target="/ppt/notesMasters/notesMaster1.xml" Id="R6cefbbf01b684d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457f60b6a84895" /><Relationship Type="http://schemas.openxmlformats.org/officeDocument/2006/relationships/notesMaster" Target="/ppt/notesMasters/notesMaster1.xml" Id="Rfeea9796a4df42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426bc1235e4b99" /><Relationship Type="http://schemas.openxmlformats.org/officeDocument/2006/relationships/notesMaster" Target="/ppt/notesMasters/notesMaster1.xml" Id="R5403834255bd4f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e7fe2ba3284472" /><Relationship Type="http://schemas.openxmlformats.org/officeDocument/2006/relationships/notesMaster" Target="/ppt/notesMasters/notesMaster1.xml" Id="R5f3ac034f81a4e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b9c7588cac4264" /><Relationship Type="http://schemas.openxmlformats.org/officeDocument/2006/relationships/notesMaster" Target="/ppt/notesMasters/notesMaster1.xml" Id="R1ba77ad411ea43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b99355ef354690" /><Relationship Type="http://schemas.openxmlformats.org/officeDocument/2006/relationships/notesMaster" Target="/ppt/notesMasters/notesMaster1.xml" Id="Rbc5554d3432042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e18d422f784225" /><Relationship Type="http://schemas.openxmlformats.org/officeDocument/2006/relationships/notesMaster" Target="/ppt/notesMasters/notesMaster1.xml" Id="R60dfe56c318849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d678dbba024876" /><Relationship Type="http://schemas.openxmlformats.org/officeDocument/2006/relationships/notesMaster" Target="/ppt/notesMasters/notesMaster1.xml" Id="R6b24ce2ad80643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35d8f459fc4800" /><Relationship Type="http://schemas.openxmlformats.org/officeDocument/2006/relationships/notesMaster" Target="/ppt/notesMasters/notesMaster1.xml" Id="R6744d321076447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b656ff9cd64d03" /><Relationship Type="http://schemas.openxmlformats.org/officeDocument/2006/relationships/notesMaster" Target="/ppt/notesMasters/notesMaster1.xml" Id="Rd408bcffacf94b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0b68ce00a54e7a" /><Relationship Type="http://schemas.openxmlformats.org/officeDocument/2006/relationships/notesMaster" Target="/ppt/notesMasters/notesMaster1.xml" Id="Rf34c8f3eeecf40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aba3a4601748a4" /><Relationship Type="http://schemas.openxmlformats.org/officeDocument/2006/relationships/notesMaster" Target="/ppt/notesMasters/notesMaster1.xml" Id="R75037ae5f58840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c4633aa0e04c6f" /><Relationship Type="http://schemas.openxmlformats.org/officeDocument/2006/relationships/notesMaster" Target="/ppt/notesMasters/notesMaster1.xml" Id="R527f0a18b47342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916c89f5e844ff" /><Relationship Type="http://schemas.openxmlformats.org/officeDocument/2006/relationships/notesMaster" Target="/ppt/notesMasters/notesMaster1.xml" Id="R134587fb381242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dccb7cb3fc4f1a" /><Relationship Type="http://schemas.openxmlformats.org/officeDocument/2006/relationships/notesMaster" Target="/ppt/notesMasters/notesMaster1.xml" Id="R8bdd9ae4d8aa40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e7a58bbdf640ac" /><Relationship Type="http://schemas.openxmlformats.org/officeDocument/2006/relationships/notesMaster" Target="/ppt/notesMasters/notesMaster1.xml" Id="Rfb62080168644a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1756b0adaf4a5e" /><Relationship Type="http://schemas.openxmlformats.org/officeDocument/2006/relationships/notesMaster" Target="/ppt/notesMasters/notesMaster1.xml" Id="Rd290af2ca4ae43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cbaf37a0d4f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9c7e4016c84d9c" /><Relationship Type="http://schemas.openxmlformats.org/officeDocument/2006/relationships/slideLayout" Target="/ppt/slideLayouts/slideLayout1.xml" Id="Rcb7fce22818944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7fce22818944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76b1ee80a4a8d" /><Relationship Type="http://schemas.openxmlformats.org/officeDocument/2006/relationships/image" Target="/ppt/media/image.bin" Id="Rfe349ceddf324164" /><Relationship Type="http://schemas.openxmlformats.org/officeDocument/2006/relationships/notesSlide" Target="/ppt/notesSlides/notesSlide1.xml" Id="R01e0baa4174e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dd71b73514fc8" /><Relationship Type="http://schemas.openxmlformats.org/officeDocument/2006/relationships/image" Target="/ppt/media/image2.bin" Id="R5cfab83edf894f2c" /><Relationship Type="http://schemas.openxmlformats.org/officeDocument/2006/relationships/notesSlide" Target="/ppt/notesSlides/notesSlide2.xml" Id="R068593596b66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2d1e3350449ba" /><Relationship Type="http://schemas.openxmlformats.org/officeDocument/2006/relationships/image" Target="/ppt/media/image3.bin" Id="R4248501bd8ac444f" /><Relationship Type="http://schemas.openxmlformats.org/officeDocument/2006/relationships/notesSlide" Target="/ppt/notesSlides/notesSlide3.xml" Id="Re7949dcd06b24c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9f1e5e34e4a56" /><Relationship Type="http://schemas.openxmlformats.org/officeDocument/2006/relationships/image" Target="/ppt/media/image4.bin" Id="R1024cdaa4f0a44df" /><Relationship Type="http://schemas.openxmlformats.org/officeDocument/2006/relationships/notesSlide" Target="/ppt/notesSlides/notesSlide4.xml" Id="R740a1bdfadfd40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c77d37a8e4885" /><Relationship Type="http://schemas.openxmlformats.org/officeDocument/2006/relationships/image" Target="/ppt/media/image5.bin" Id="R8fd57e93a494451b" /><Relationship Type="http://schemas.openxmlformats.org/officeDocument/2006/relationships/notesSlide" Target="/ppt/notesSlides/notesSlide5.xml" Id="Radc4c83a8b894a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7ef4ef6534838" /><Relationship Type="http://schemas.openxmlformats.org/officeDocument/2006/relationships/image" Target="/ppt/media/image6.bin" Id="Rc2c3be3aa4ef4051" /><Relationship Type="http://schemas.openxmlformats.org/officeDocument/2006/relationships/notesSlide" Target="/ppt/notesSlides/notesSlide6.xml" Id="R00da5847dc2747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76930e5fe4cc0" /><Relationship Type="http://schemas.openxmlformats.org/officeDocument/2006/relationships/image" Target="/ppt/media/image7.bin" Id="R9eb5552cba344f40" /><Relationship Type="http://schemas.openxmlformats.org/officeDocument/2006/relationships/notesSlide" Target="/ppt/notesSlides/notesSlide7.xml" Id="R62dc074a33a24b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c4847133547a0" /><Relationship Type="http://schemas.openxmlformats.org/officeDocument/2006/relationships/image" Target="/ppt/media/image8.bin" Id="R7cf7a977c3a54534" /><Relationship Type="http://schemas.openxmlformats.org/officeDocument/2006/relationships/notesSlide" Target="/ppt/notesSlides/notesSlide8.xml" Id="R05baa8b536e147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9e4d512544c10" /><Relationship Type="http://schemas.openxmlformats.org/officeDocument/2006/relationships/image" Target="/ppt/media/image9.bin" Id="R7493d8aaf24a4b0f" /><Relationship Type="http://schemas.openxmlformats.org/officeDocument/2006/relationships/notesSlide" Target="/ppt/notesSlides/notesSlide9.xml" Id="Rfdc97504c81d40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08f8b7f2b4718" /><Relationship Type="http://schemas.openxmlformats.org/officeDocument/2006/relationships/image" Target="/ppt/media/image10.bin" Id="Rf46649651832404a" /><Relationship Type="http://schemas.openxmlformats.org/officeDocument/2006/relationships/notesSlide" Target="/ppt/notesSlides/notesSlide10.xml" Id="Rdf5ae4f8efde4d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240e0594243fe" /><Relationship Type="http://schemas.openxmlformats.org/officeDocument/2006/relationships/image" Target="/ppt/media/image11.bin" Id="R1ddeb32492624e51" /><Relationship Type="http://schemas.openxmlformats.org/officeDocument/2006/relationships/notesSlide" Target="/ppt/notesSlides/notesSlide11.xml" Id="R98a089e42aa74b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fc2c41ace4450" /><Relationship Type="http://schemas.openxmlformats.org/officeDocument/2006/relationships/image" Target="/ppt/media/image12.bin" Id="R051373894b42442e" /><Relationship Type="http://schemas.openxmlformats.org/officeDocument/2006/relationships/notesSlide" Target="/ppt/notesSlides/notesSlide12.xml" Id="Rd1cefabb4abb4c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8d5323b8c446e" /><Relationship Type="http://schemas.openxmlformats.org/officeDocument/2006/relationships/image" Target="/ppt/media/image13.bin" Id="R0a532dda3bac4675" /><Relationship Type="http://schemas.openxmlformats.org/officeDocument/2006/relationships/notesSlide" Target="/ppt/notesSlides/notesSlide13.xml" Id="Rfe30a834953e4f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613f65e814027" /><Relationship Type="http://schemas.openxmlformats.org/officeDocument/2006/relationships/image" Target="/ppt/media/image14.bin" Id="R685ce2b599434ac2" /><Relationship Type="http://schemas.openxmlformats.org/officeDocument/2006/relationships/notesSlide" Target="/ppt/notesSlides/notesSlide14.xml" Id="R9760ecb7249a47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8e0c1156a48d1" /><Relationship Type="http://schemas.openxmlformats.org/officeDocument/2006/relationships/image" Target="/ppt/media/image15.bin" Id="R4ebc461c11744ede" /><Relationship Type="http://schemas.openxmlformats.org/officeDocument/2006/relationships/notesSlide" Target="/ppt/notesSlides/notesSlide15.xml" Id="R4dd12f303e7c4a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7d4c861b24598" /><Relationship Type="http://schemas.openxmlformats.org/officeDocument/2006/relationships/image" Target="/ppt/media/image16.bin" Id="R19b4a85203a94d3b" /><Relationship Type="http://schemas.openxmlformats.org/officeDocument/2006/relationships/notesSlide" Target="/ppt/notesSlides/notesSlide16.xml" Id="Rbd63cb079e984b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b02ebebfd4bdc" /><Relationship Type="http://schemas.openxmlformats.org/officeDocument/2006/relationships/image" Target="/ppt/media/image17.bin" Id="Rf03e4877c8ba4f5b" /><Relationship Type="http://schemas.openxmlformats.org/officeDocument/2006/relationships/notesSlide" Target="/ppt/notesSlides/notesSlide17.xml" Id="Rec291855c7ff47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36ffc4a744069" /><Relationship Type="http://schemas.openxmlformats.org/officeDocument/2006/relationships/image" Target="/ppt/media/image18.bin" Id="Rfcd3b680ab774b58" /><Relationship Type="http://schemas.openxmlformats.org/officeDocument/2006/relationships/notesSlide" Target="/ppt/notesSlides/notesSlide18.xml" Id="Rcf60875efc954a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d68fc096d4122" /><Relationship Type="http://schemas.openxmlformats.org/officeDocument/2006/relationships/image" Target="/ppt/media/image19.bin" Id="Rb9a98e1cc47a49c3" /><Relationship Type="http://schemas.openxmlformats.org/officeDocument/2006/relationships/notesSlide" Target="/ppt/notesSlides/notesSlide19.xml" Id="R6b9dcc417ea14b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a81b9f141442b" /><Relationship Type="http://schemas.openxmlformats.org/officeDocument/2006/relationships/image" Target="/ppt/media/image20.bin" Id="R27cceed18e794eef" /><Relationship Type="http://schemas.openxmlformats.org/officeDocument/2006/relationships/notesSlide" Target="/ppt/notesSlides/notesSlide20.xml" Id="Raffe57f8abcc49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49ceddf32416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903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ab83edf894f2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084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8501bd8ac444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385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4cdaa4f0a44d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98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57e93a494451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4105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3be3aa4ef405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19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5552cba344f4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065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7a977c3a5453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544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3d8aaf24a4b0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1390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649651832404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74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eb32492624e5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133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373894b42442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406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32dda3bac467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2714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ce2b599434ac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112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c461c11744e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499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4a85203a94d3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4315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e4877c8ba4f5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996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3b680ab774b5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662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98e1cc47a49c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6343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ceed18e794ee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2026-06-04T11:17:01.8830000Z</dcterms:created>
  <dcterms:modified xsi:type="dcterms:W3CDTF">2026-06-04T11:17:01.8830000Z</dcterms:modified>
</coreProperties>
</file>